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588CA-04A0-41CC-8F91-3F128B75ECD2}" v="29" dt="2026-03-09T04:17:16.368"/>
    <p1510:client id="{3CF760C2-3403-4A39-888D-D121F39DCDF2}" v="14" dt="2026-03-10T02:59:46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r, Satish" userId="af50c098-07d3-4545-ad93-15c24b849386" providerId="ADAL" clId="{B575728E-D61F-49E0-BC8E-8DC5242C7AE2}"/>
    <pc:docChg chg="undo redo custSel addSld delSld modSld">
      <pc:chgData name="Nair, Satish" userId="af50c098-07d3-4545-ad93-15c24b849386" providerId="ADAL" clId="{B575728E-D61F-49E0-BC8E-8DC5242C7AE2}" dt="2026-03-10T04:13:43.715" v="1116" actId="20577"/>
      <pc:docMkLst>
        <pc:docMk/>
      </pc:docMkLst>
      <pc:sldChg chg="addSp delSp modSp new mod">
        <pc:chgData name="Nair, Satish" userId="af50c098-07d3-4545-ad93-15c24b849386" providerId="ADAL" clId="{B575728E-D61F-49E0-BC8E-8DC5242C7AE2}" dt="2026-03-10T04:13:43.715" v="1116" actId="20577"/>
        <pc:sldMkLst>
          <pc:docMk/>
          <pc:sldMk cId="1764206999" sldId="256"/>
        </pc:sldMkLst>
        <pc:spChg chg="del">
          <ac:chgData name="Nair, Satish" userId="af50c098-07d3-4545-ad93-15c24b849386" providerId="ADAL" clId="{B575728E-D61F-49E0-BC8E-8DC5242C7AE2}" dt="2026-03-09T03:33:28.098" v="1" actId="478"/>
          <ac:spMkLst>
            <pc:docMk/>
            <pc:sldMk cId="1764206999" sldId="256"/>
            <ac:spMk id="2" creationId="{FBC655B8-EB27-1714-CF53-855AD2D731AB}"/>
          </ac:spMkLst>
        </pc:spChg>
        <pc:spChg chg="del">
          <ac:chgData name="Nair, Satish" userId="af50c098-07d3-4545-ad93-15c24b849386" providerId="ADAL" clId="{B575728E-D61F-49E0-BC8E-8DC5242C7AE2}" dt="2026-03-09T03:33:30.070" v="2" actId="478"/>
          <ac:spMkLst>
            <pc:docMk/>
            <pc:sldMk cId="1764206999" sldId="256"/>
            <ac:spMk id="3" creationId="{57150643-D77B-4E73-B002-D9DACFBF2277}"/>
          </ac:spMkLst>
        </pc:spChg>
        <pc:spChg chg="add mod">
          <ac:chgData name="Nair, Satish" userId="af50c098-07d3-4545-ad93-15c24b849386" providerId="ADAL" clId="{B575728E-D61F-49E0-BC8E-8DC5242C7AE2}" dt="2026-03-10T04:13:43.715" v="1116" actId="20577"/>
          <ac:spMkLst>
            <pc:docMk/>
            <pc:sldMk cId="1764206999" sldId="256"/>
            <ac:spMk id="4" creationId="{D0B1748E-1251-FBC2-DAD5-783A4BA8FD4D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10" creationId="{D8BA6FD6-25A5-7750-4799-D31D4379A6D7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11" creationId="{282ABB69-665D-2A16-3B47-268D5629AC82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13" creationId="{2C15C33C-BFAD-48C4-A5AB-D437E155F0CB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20" creationId="{267D4586-5355-EDC6-DC1A-864BA4582B9B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21" creationId="{CAA4F967-76BF-BD82-179D-7AE0038994B6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31" creationId="{89A5B504-9D61-F923-F645-FFF9E89182A0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32" creationId="{93B2937A-D787-91D2-C277-44726B4681AB}"/>
          </ac:spMkLst>
        </pc:spChg>
        <pc:spChg chg="del mod">
          <ac:chgData name="Nair, Satish" userId="af50c098-07d3-4545-ad93-15c24b849386" providerId="ADAL" clId="{B575728E-D61F-49E0-BC8E-8DC5242C7AE2}" dt="2026-03-09T04:01:55.012" v="470" actId="478"/>
          <ac:spMkLst>
            <pc:docMk/>
            <pc:sldMk cId="1764206999" sldId="256"/>
            <ac:spMk id="34" creationId="{D6780A63-9EC4-3F02-F184-F50E5D84623B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41" creationId="{DD98FA9F-1EFD-530F-569D-7EB4577F8C74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42" creationId="{453DD0A4-D10F-58DA-0040-3D1950364385}"/>
          </ac:spMkLst>
        </pc:spChg>
        <pc:spChg chg="add del mod">
          <ac:chgData name="Nair, Satish" userId="af50c098-07d3-4545-ad93-15c24b849386" providerId="ADAL" clId="{B575728E-D61F-49E0-BC8E-8DC5242C7AE2}" dt="2026-03-09T04:58:40.677" v="883" actId="478"/>
          <ac:spMkLst>
            <pc:docMk/>
            <pc:sldMk cId="1764206999" sldId="256"/>
            <ac:spMk id="49" creationId="{B678ABA9-97F5-D968-F89D-2DC5809A2784}"/>
          </ac:spMkLst>
        </pc:spChg>
        <pc:grpChg chg="add 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7" creationId="{A72EEFBE-E595-96E1-5582-DBE51A9E9109}"/>
          </ac:grpSpMkLst>
        </pc:grpChg>
        <pc:grpChg chg="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8" creationId="{3A896065-0044-BC75-A5D8-F6D6386B0715}"/>
          </ac:grpSpMkLst>
        </pc:grpChg>
        <pc:grpChg chg="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9" creationId="{8B006768-2A13-DC80-A8BC-C47DD3BD43B0}"/>
          </ac:grpSpMkLst>
        </pc:grpChg>
        <pc:grpChg chg="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15" creationId="{9632AC29-3993-394C-8385-7557D2FF3ED9}"/>
          </ac:grpSpMkLst>
        </pc:grpChg>
        <pc:grpChg chg="add del mod">
          <ac:chgData name="Nair, Satish" userId="af50c098-07d3-4545-ad93-15c24b849386" providerId="ADAL" clId="{B575728E-D61F-49E0-BC8E-8DC5242C7AE2}" dt="2026-03-09T04:54:04.217" v="799" actId="478"/>
          <ac:grpSpMkLst>
            <pc:docMk/>
            <pc:sldMk cId="1764206999" sldId="256"/>
            <ac:grpSpMk id="28" creationId="{E773B030-03FB-FE6E-DC4E-4E37D3E8CA5B}"/>
          </ac:grpSpMkLst>
        </pc:grpChg>
        <pc:grpChg chg="mod">
          <ac:chgData name="Nair, Satish" userId="af50c098-07d3-4545-ad93-15c24b849386" providerId="ADAL" clId="{B575728E-D61F-49E0-BC8E-8DC5242C7AE2}" dt="2026-03-09T04:01:30.952" v="468"/>
          <ac:grpSpMkLst>
            <pc:docMk/>
            <pc:sldMk cId="1764206999" sldId="256"/>
            <ac:grpSpMk id="29" creationId="{B7D8A29B-0219-678B-0CC5-A261B92F6CAD}"/>
          </ac:grpSpMkLst>
        </pc:grpChg>
        <pc:grpChg chg="mod">
          <ac:chgData name="Nair, Satish" userId="af50c098-07d3-4545-ad93-15c24b849386" providerId="ADAL" clId="{B575728E-D61F-49E0-BC8E-8DC5242C7AE2}" dt="2026-03-09T04:01:30.952" v="468"/>
          <ac:grpSpMkLst>
            <pc:docMk/>
            <pc:sldMk cId="1764206999" sldId="256"/>
            <ac:grpSpMk id="30" creationId="{DFC5BAA0-8FEF-EEE0-3890-8933CD8925EB}"/>
          </ac:grpSpMkLst>
        </pc:grpChg>
        <pc:grpChg chg="mod">
          <ac:chgData name="Nair, Satish" userId="af50c098-07d3-4545-ad93-15c24b849386" providerId="ADAL" clId="{B575728E-D61F-49E0-BC8E-8DC5242C7AE2}" dt="2026-03-09T04:01:30.952" v="468"/>
          <ac:grpSpMkLst>
            <pc:docMk/>
            <pc:sldMk cId="1764206999" sldId="256"/>
            <ac:grpSpMk id="36" creationId="{101A04E8-4426-A14D-3AFF-E5DDC996C33A}"/>
          </ac:grpSpMkLst>
        </pc:grpChg>
        <pc:picChg chg="add del mod">
          <ac:chgData name="Nair, Satish" userId="af50c098-07d3-4545-ad93-15c24b849386" providerId="ADAL" clId="{B575728E-D61F-49E0-BC8E-8DC5242C7AE2}" dt="2026-03-09T05:15:15.742" v="985" actId="478"/>
          <ac:picMkLst>
            <pc:docMk/>
            <pc:sldMk cId="1764206999" sldId="256"/>
            <ac:picMk id="2" creationId="{F9476C6F-924C-C116-1848-29022D85CE7B}"/>
          </ac:picMkLst>
        </pc:picChg>
        <pc:picChg chg="add mod">
          <ac:chgData name="Nair, Satish" userId="af50c098-07d3-4545-ad93-15c24b849386" providerId="ADAL" clId="{B575728E-D61F-49E0-BC8E-8DC5242C7AE2}" dt="2026-03-09T05:15:23.174" v="987" actId="14100"/>
          <ac:picMkLst>
            <pc:docMk/>
            <pc:sldMk cId="1764206999" sldId="256"/>
            <ac:picMk id="3" creationId="{DFB715A5-5ED3-6BA1-F7AE-DCEE115CC295}"/>
          </ac:picMkLst>
        </pc:picChg>
        <pc:picChg chg="add del mod modCrop">
          <ac:chgData name="Nair, Satish" userId="af50c098-07d3-4545-ad93-15c24b849386" providerId="ADAL" clId="{B575728E-D61F-49E0-BC8E-8DC5242C7AE2}" dt="2026-03-09T04:54:01.272" v="796" actId="478"/>
          <ac:picMkLst>
            <pc:docMk/>
            <pc:sldMk cId="1764206999" sldId="256"/>
            <ac:picMk id="5" creationId="{524F5E02-7CEC-3F65-26D4-09812CA9AA22}"/>
          </ac:picMkLst>
        </pc:picChg>
        <pc:picChg chg="add mod">
          <ac:chgData name="Nair, Satish" userId="af50c098-07d3-4545-ad93-15c24b849386" providerId="ADAL" clId="{B575728E-D61F-49E0-BC8E-8DC5242C7AE2}" dt="2026-03-09T05:17:53.545" v="991" actId="1076"/>
          <ac:picMkLst>
            <pc:docMk/>
            <pc:sldMk cId="1764206999" sldId="256"/>
            <ac:picMk id="6" creationId="{626D5BD8-F224-ED0A-68DC-3E4635CB5FC3}"/>
          </ac:picMkLst>
        </pc:picChg>
        <pc:picChg chg="add del mod modCrop">
          <ac:chgData name="Nair, Satish" userId="af50c098-07d3-4545-ad93-15c24b849386" providerId="ADAL" clId="{B575728E-D61F-49E0-BC8E-8DC5242C7AE2}" dt="2026-03-09T04:00:55.106" v="467" actId="478"/>
          <ac:picMkLst>
            <pc:docMk/>
            <pc:sldMk cId="1764206999" sldId="256"/>
            <ac:picMk id="6" creationId="{F613463C-EFD5-2762-9E80-75A24F2ED712}"/>
          </ac:picMkLst>
        </pc:picChg>
        <pc:picChg chg="add mod">
          <ac:chgData name="Nair, Satish" userId="af50c098-07d3-4545-ad93-15c24b849386" providerId="ADAL" clId="{B575728E-D61F-49E0-BC8E-8DC5242C7AE2}" dt="2026-03-09T03:39:08.739" v="71" actId="14100"/>
          <ac:picMkLst>
            <pc:docMk/>
            <pc:sldMk cId="1764206999" sldId="256"/>
            <ac:picMk id="1026" creationId="{50D8DEAE-2EC9-527F-AE32-B06638D4B226}"/>
          </ac:picMkLst>
        </pc:picChg>
        <pc:picChg chg="add mod">
          <ac:chgData name="Nair, Satish" userId="af50c098-07d3-4545-ad93-15c24b849386" providerId="ADAL" clId="{B575728E-D61F-49E0-BC8E-8DC5242C7AE2}" dt="2026-03-09T03:39:55.019" v="75" actId="14100"/>
          <ac:picMkLst>
            <pc:docMk/>
            <pc:sldMk cId="1764206999" sldId="256"/>
            <ac:picMk id="1028" creationId="{BB404637-FC4E-5A66-0B83-65B714A42D00}"/>
          </ac:picMkLst>
        </pc:picChg>
        <pc:cxnChg chg="mod">
          <ac:chgData name="Nair, Satish" userId="af50c098-07d3-4545-ad93-15c24b849386" providerId="ADAL" clId="{B575728E-D61F-49E0-BC8E-8DC5242C7AE2}" dt="2026-03-09T04:00:00.843" v="453"/>
          <ac:cxnSpMkLst>
            <pc:docMk/>
            <pc:sldMk cId="1764206999" sldId="256"/>
            <ac:cxnSpMk id="24" creationId="{E8F13589-4187-A9FD-4BB7-BD94BCCF1DB5}"/>
          </ac:cxnSpMkLst>
        </pc:cxnChg>
        <pc:cxnChg chg="mod">
          <ac:chgData name="Nair, Satish" userId="af50c098-07d3-4545-ad93-15c24b849386" providerId="ADAL" clId="{B575728E-D61F-49E0-BC8E-8DC5242C7AE2}" dt="2026-03-09T04:01:55.012" v="470" actId="478"/>
          <ac:cxnSpMkLst>
            <pc:docMk/>
            <pc:sldMk cId="1764206999" sldId="256"/>
            <ac:cxnSpMk id="35" creationId="{88161150-01C5-632A-499C-904A0D470DB5}"/>
          </ac:cxnSpMkLst>
        </pc:cxnChg>
        <pc:cxnChg chg="mod">
          <ac:chgData name="Nair, Satish" userId="af50c098-07d3-4545-ad93-15c24b849386" providerId="ADAL" clId="{B575728E-D61F-49E0-BC8E-8DC5242C7AE2}" dt="2026-03-09T04:54:04.217" v="799" actId="478"/>
          <ac:cxnSpMkLst>
            <pc:docMk/>
            <pc:sldMk cId="1764206999" sldId="256"/>
            <ac:cxnSpMk id="37" creationId="{B1321F52-5E77-C599-7E27-D3D23D7D7A28}"/>
          </ac:cxnSpMkLst>
        </pc:cxnChg>
        <pc:cxnChg chg="mod">
          <ac:chgData name="Nair, Satish" userId="af50c098-07d3-4545-ad93-15c24b849386" providerId="ADAL" clId="{B575728E-D61F-49E0-BC8E-8DC5242C7AE2}" dt="2026-03-09T04:54:04.217" v="799" actId="478"/>
          <ac:cxnSpMkLst>
            <pc:docMk/>
            <pc:sldMk cId="1764206999" sldId="256"/>
            <ac:cxnSpMk id="38" creationId="{1FBE5CB6-8068-8946-2571-4D112E6CC9B1}"/>
          </ac:cxnSpMkLst>
        </pc:cxnChg>
        <pc:cxnChg chg="mod">
          <ac:chgData name="Nair, Satish" userId="af50c098-07d3-4545-ad93-15c24b849386" providerId="ADAL" clId="{B575728E-D61F-49E0-BC8E-8DC5242C7AE2}" dt="2026-03-09T04:54:04.217" v="799" actId="478"/>
          <ac:cxnSpMkLst>
            <pc:docMk/>
            <pc:sldMk cId="1764206999" sldId="256"/>
            <ac:cxnSpMk id="39" creationId="{05F83C33-C8A9-73F2-8192-455A4054270C}"/>
          </ac:cxnSpMkLst>
        </pc:cxnChg>
        <pc:cxnChg chg="mod">
          <ac:chgData name="Nair, Satish" userId="af50c098-07d3-4545-ad93-15c24b849386" providerId="ADAL" clId="{B575728E-D61F-49E0-BC8E-8DC5242C7AE2}" dt="2026-03-09T04:01:55.012" v="470" actId="478"/>
          <ac:cxnSpMkLst>
            <pc:docMk/>
            <pc:sldMk cId="1764206999" sldId="256"/>
            <ac:cxnSpMk id="40" creationId="{E16AAA7C-DC30-1B0C-2EF8-5A2B323202DF}"/>
          </ac:cxnSpMkLst>
        </pc:cxnChg>
        <pc:cxnChg chg="mod">
          <ac:chgData name="Nair, Satish" userId="af50c098-07d3-4545-ad93-15c24b849386" providerId="ADAL" clId="{B575728E-D61F-49E0-BC8E-8DC5242C7AE2}" dt="2026-03-09T04:01:30.952" v="468"/>
          <ac:cxnSpMkLst>
            <pc:docMk/>
            <pc:sldMk cId="1764206999" sldId="256"/>
            <ac:cxnSpMk id="45" creationId="{EA9DC7FC-088A-4DE0-3004-270115749328}"/>
          </ac:cxnSpMkLst>
        </pc:cxnChg>
      </pc:sldChg>
      <pc:sldChg chg="addSp delSp modSp add del mod">
        <pc:chgData name="Nair, Satish" userId="af50c098-07d3-4545-ad93-15c24b849386" providerId="ADAL" clId="{B575728E-D61F-49E0-BC8E-8DC5242C7AE2}" dt="2026-03-09T04:54:13.169" v="801" actId="47"/>
        <pc:sldMkLst>
          <pc:docMk/>
          <pc:sldMk cId="1400458227" sldId="257"/>
        </pc:sldMkLst>
        <pc:spChg chg="mod">
          <ac:chgData name="Nair, Satish" userId="af50c098-07d3-4545-ad93-15c24b849386" providerId="ADAL" clId="{B575728E-D61F-49E0-BC8E-8DC5242C7AE2}" dt="2026-03-09T04:12:54.799" v="718" actId="20577"/>
          <ac:spMkLst>
            <pc:docMk/>
            <pc:sldMk cId="1400458227" sldId="257"/>
            <ac:spMk id="4" creationId="{57B7E94E-D504-0D83-9828-0FD6A0C034C0}"/>
          </ac:spMkLst>
        </pc:spChg>
        <pc:spChg chg="del">
          <ac:chgData name="Nair, Satish" userId="af50c098-07d3-4545-ad93-15c24b849386" providerId="ADAL" clId="{B575728E-D61F-49E0-BC8E-8DC5242C7AE2}" dt="2026-03-09T04:05:00.719" v="487" actId="478"/>
          <ac:spMkLst>
            <pc:docMk/>
            <pc:sldMk cId="1400458227" sldId="257"/>
            <ac:spMk id="49" creationId="{EB5556B7-200F-D36F-9B63-E3EB8271F44F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3" creationId="{673105DF-6EBC-2471-9846-D93E21BBCCC4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4" creationId="{393BA59C-08EB-3169-E7F3-41AB2F501207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5" creationId="{ACD50D68-6BC9-63AA-31E3-5EC1553C8C6D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6" creationId="{CFA9C6F4-08AB-ED01-40DD-875DDB65A941}"/>
          </ac:spMkLst>
        </pc:spChg>
        <pc:grpChg chg="add del mod ord">
          <ac:chgData name="Nair, Satish" userId="af50c098-07d3-4545-ad93-15c24b849386" providerId="ADAL" clId="{B575728E-D61F-49E0-BC8E-8DC5242C7AE2}" dt="2026-03-09T04:08:01.121" v="504" actId="478"/>
          <ac:grpSpMkLst>
            <pc:docMk/>
            <pc:sldMk cId="1400458227" sldId="257"/>
            <ac:grpSpMk id="2" creationId="{A60A11A7-9B27-7EC2-2F1B-F546A161DF3E}"/>
          </ac:grpSpMkLst>
        </pc:grpChg>
        <pc:grpChg chg="del">
          <ac:chgData name="Nair, Satish" userId="af50c098-07d3-4545-ad93-15c24b849386" providerId="ADAL" clId="{B575728E-D61F-49E0-BC8E-8DC5242C7AE2}" dt="2026-03-09T04:03:29.613" v="482" actId="478"/>
          <ac:grpSpMkLst>
            <pc:docMk/>
            <pc:sldMk cId="1400458227" sldId="257"/>
            <ac:grpSpMk id="28" creationId="{465C87B4-2BE9-D653-7E5C-E1E4BE506E09}"/>
          </ac:grpSpMkLst>
        </pc:grpChg>
        <pc:grpChg chg="mod">
          <ac:chgData name="Nair, Satish" userId="af50c098-07d3-4545-ad93-15c24b849386" providerId="ADAL" clId="{B575728E-D61F-49E0-BC8E-8DC5242C7AE2}" dt="2026-03-09T04:07:14.712" v="502"/>
          <ac:grpSpMkLst>
            <pc:docMk/>
            <pc:sldMk cId="1400458227" sldId="257"/>
            <ac:grpSpMk id="121" creationId="{FF6158E6-0A01-A903-3F9C-7FA5705C0D8D}"/>
          </ac:grpSpMkLst>
        </pc:grpChg>
        <pc:picChg chg="del">
          <ac:chgData name="Nair, Satish" userId="af50c098-07d3-4545-ad93-15c24b849386" providerId="ADAL" clId="{B575728E-D61F-49E0-BC8E-8DC5242C7AE2}" dt="2026-03-09T04:03:28.471" v="481" actId="478"/>
          <ac:picMkLst>
            <pc:docMk/>
            <pc:sldMk cId="1400458227" sldId="257"/>
            <ac:picMk id="5" creationId="{EAD35B35-AF55-D086-4F05-9835DE871CC3}"/>
          </ac:picMkLst>
        </pc:picChg>
        <pc:picChg chg="add mod modCrop">
          <ac:chgData name="Nair, Satish" userId="af50c098-07d3-4545-ad93-15c24b849386" providerId="ADAL" clId="{B575728E-D61F-49E0-BC8E-8DC5242C7AE2}" dt="2026-03-09T04:09:16.470" v="518" actId="1076"/>
          <ac:picMkLst>
            <pc:docMk/>
            <pc:sldMk cId="1400458227" sldId="257"/>
            <ac:picMk id="139" creationId="{CEE8B586-DABE-3652-0E85-93BB633B5530}"/>
          </ac:picMkLst>
        </pc:pic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59" creationId="{F6390A82-B18D-7752-5ECB-B51DC4200091}"/>
          </ac:inkMkLst>
        </pc:ink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61" creationId="{DA2B474F-D63B-CB86-9DA7-F2B1C8415AEB}"/>
          </ac:inkMkLst>
        </pc:ink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84" creationId="{AF8FB7FE-4DD5-C10A-6F3E-C3D7FE1DEC7F}"/>
          </ac:inkMkLst>
        </pc:ink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114" creationId="{59263194-F98B-3972-3218-A4C382DBC200}"/>
          </ac:inkMkLst>
        </pc:inkChg>
        <pc:cxnChg chg="mod">
          <ac:chgData name="Nair, Satish" userId="af50c098-07d3-4545-ad93-15c24b849386" providerId="ADAL" clId="{B575728E-D61F-49E0-BC8E-8DC5242C7AE2}" dt="2026-03-09T04:03:29.613" v="482" actId="478"/>
          <ac:cxnSpMkLst>
            <pc:docMk/>
            <pc:sldMk cId="1400458227" sldId="257"/>
            <ac:cxnSpMk id="37" creationId="{2AFD8463-6BAD-2101-2CA3-137AB2E5AB7A}"/>
          </ac:cxnSpMkLst>
        </pc:cxnChg>
        <pc:cxnChg chg="mod">
          <ac:chgData name="Nair, Satish" userId="af50c098-07d3-4545-ad93-15c24b849386" providerId="ADAL" clId="{B575728E-D61F-49E0-BC8E-8DC5242C7AE2}" dt="2026-03-09T04:03:29.613" v="482" actId="478"/>
          <ac:cxnSpMkLst>
            <pc:docMk/>
            <pc:sldMk cId="1400458227" sldId="257"/>
            <ac:cxnSpMk id="38" creationId="{F25875CD-5CE3-1BAD-65D3-A9A828841F60}"/>
          </ac:cxnSpMkLst>
        </pc:cxnChg>
        <pc:cxnChg chg="mod">
          <ac:chgData name="Nair, Satish" userId="af50c098-07d3-4545-ad93-15c24b849386" providerId="ADAL" clId="{B575728E-D61F-49E0-BC8E-8DC5242C7AE2}" dt="2026-03-09T04:03:29.613" v="482" actId="478"/>
          <ac:cxnSpMkLst>
            <pc:docMk/>
            <pc:sldMk cId="1400458227" sldId="257"/>
            <ac:cxnSpMk id="39" creationId="{3FCDA873-55B4-E410-9C25-EC752104D491}"/>
          </ac:cxnSpMkLst>
        </pc:cxnChg>
      </pc:sldChg>
      <pc:sldChg chg="delSp modSp add del mod">
        <pc:chgData name="Nair, Satish" userId="af50c098-07d3-4545-ad93-15c24b849386" providerId="ADAL" clId="{B575728E-D61F-49E0-BC8E-8DC5242C7AE2}" dt="2026-03-09T04:59:40.948" v="893" actId="47"/>
        <pc:sldMkLst>
          <pc:docMk/>
          <pc:sldMk cId="3790124111" sldId="258"/>
        </pc:sldMkLst>
        <pc:spChg chg="mod">
          <ac:chgData name="Nair, Satish" userId="af50c098-07d3-4545-ad93-15c24b849386" providerId="ADAL" clId="{B575728E-D61F-49E0-BC8E-8DC5242C7AE2}" dt="2026-03-09T04:15:38.156" v="752" actId="14100"/>
          <ac:spMkLst>
            <pc:docMk/>
            <pc:sldMk cId="3790124111" sldId="258"/>
            <ac:spMk id="4" creationId="{3A4B6703-BB87-CC93-C44D-A0EA8FBF70C6}"/>
          </ac:spMkLst>
        </pc:spChg>
        <pc:picChg chg="del">
          <ac:chgData name="Nair, Satish" userId="af50c098-07d3-4545-ad93-15c24b849386" providerId="ADAL" clId="{B575728E-D61F-49E0-BC8E-8DC5242C7AE2}" dt="2026-03-09T04:13:46.777" v="720" actId="478"/>
          <ac:picMkLst>
            <pc:docMk/>
            <pc:sldMk cId="3790124111" sldId="258"/>
            <ac:picMk id="139" creationId="{9F0A0F79-15C1-85BA-11AF-EAEB2696D7FE}"/>
          </ac:picMkLst>
        </pc:picChg>
      </pc:sldChg>
      <pc:sldChg chg="modSp add del mod">
        <pc:chgData name="Nair, Satish" userId="af50c098-07d3-4545-ad93-15c24b849386" providerId="ADAL" clId="{B575728E-D61F-49E0-BC8E-8DC5242C7AE2}" dt="2026-03-09T04:59:40.948" v="893" actId="47"/>
        <pc:sldMkLst>
          <pc:docMk/>
          <pc:sldMk cId="3466701418" sldId="259"/>
        </pc:sldMkLst>
        <pc:spChg chg="mod">
          <ac:chgData name="Nair, Satish" userId="af50c098-07d3-4545-ad93-15c24b849386" providerId="ADAL" clId="{B575728E-D61F-49E0-BC8E-8DC5242C7AE2}" dt="2026-03-09T04:18:46.075" v="770" actId="20577"/>
          <ac:spMkLst>
            <pc:docMk/>
            <pc:sldMk cId="3466701418" sldId="259"/>
            <ac:spMk id="4" creationId="{57DC6B9D-836D-8F10-44A9-6C6C9022E382}"/>
          </ac:spMkLst>
        </pc:spChg>
      </pc:sldChg>
      <pc:sldChg chg="addSp delSp modSp add mod">
        <pc:chgData name="Nair, Satish" userId="af50c098-07d3-4545-ad93-15c24b849386" providerId="ADAL" clId="{B575728E-D61F-49E0-BC8E-8DC5242C7AE2}" dt="2026-03-09T05:44:19.450" v="1069" actId="1076"/>
        <pc:sldMkLst>
          <pc:docMk/>
          <pc:sldMk cId="4012667350" sldId="260"/>
        </pc:sldMkLst>
        <pc:spChg chg="mod">
          <ac:chgData name="Nair, Satish" userId="af50c098-07d3-4545-ad93-15c24b849386" providerId="ADAL" clId="{B575728E-D61F-49E0-BC8E-8DC5242C7AE2}" dt="2026-03-09T05:44:09.564" v="1067" actId="1076"/>
          <ac:spMkLst>
            <pc:docMk/>
            <pc:sldMk cId="4012667350" sldId="260"/>
            <ac:spMk id="4" creationId="{5D076A1F-4422-5497-47F1-3DC86BF2915D}"/>
          </ac:spMkLst>
        </pc:spChg>
        <pc:spChg chg="del">
          <ac:chgData name="Nair, Satish" userId="af50c098-07d3-4545-ad93-15c24b849386" providerId="ADAL" clId="{B575728E-D61F-49E0-BC8E-8DC5242C7AE2}" dt="2026-03-09T04:58:36.334" v="882" actId="478"/>
          <ac:spMkLst>
            <pc:docMk/>
            <pc:sldMk cId="4012667350" sldId="260"/>
            <ac:spMk id="49" creationId="{825BDE4E-92E1-3414-4384-FFD3D1A77127}"/>
          </ac:spMkLst>
        </pc:spChg>
        <pc:picChg chg="del">
          <ac:chgData name="Nair, Satish" userId="af50c098-07d3-4545-ad93-15c24b849386" providerId="ADAL" clId="{B575728E-D61F-49E0-BC8E-8DC5242C7AE2}" dt="2026-03-09T04:58:10.930" v="872" actId="478"/>
          <ac:picMkLst>
            <pc:docMk/>
            <pc:sldMk cId="4012667350" sldId="260"/>
            <ac:picMk id="2" creationId="{ACA7B533-F3F9-4110-B291-82C01925BDC1}"/>
          </ac:picMkLst>
        </pc:picChg>
        <pc:picChg chg="add mod">
          <ac:chgData name="Nair, Satish" userId="af50c098-07d3-4545-ad93-15c24b849386" providerId="ADAL" clId="{B575728E-D61F-49E0-BC8E-8DC5242C7AE2}" dt="2026-03-09T05:44:19.450" v="1069" actId="1076"/>
          <ac:picMkLst>
            <pc:docMk/>
            <pc:sldMk cId="4012667350" sldId="260"/>
            <ac:picMk id="3" creationId="{D067717B-1F81-D52A-427A-5B891C2C694D}"/>
          </ac:picMkLst>
        </pc:picChg>
        <pc:picChg chg="add mod">
          <ac:chgData name="Nair, Satish" userId="af50c098-07d3-4545-ad93-15c24b849386" providerId="ADAL" clId="{B575728E-D61F-49E0-BC8E-8DC5242C7AE2}" dt="2026-03-09T05:43:42.976" v="1057" actId="1076"/>
          <ac:picMkLst>
            <pc:docMk/>
            <pc:sldMk cId="4012667350" sldId="260"/>
            <ac:picMk id="5" creationId="{FD1AC796-D4CD-200A-8E5B-F8E32F9A168F}"/>
          </ac:picMkLst>
        </pc:picChg>
        <pc:picChg chg="add mod modCrop">
          <ac:chgData name="Nair, Satish" userId="af50c098-07d3-4545-ad93-15c24b849386" providerId="ADAL" clId="{B575728E-D61F-49E0-BC8E-8DC5242C7AE2}" dt="2026-03-09T05:43:31.950" v="1056" actId="1076"/>
          <ac:picMkLst>
            <pc:docMk/>
            <pc:sldMk cId="4012667350" sldId="260"/>
            <ac:picMk id="7" creationId="{8C0E08D3-26FF-216E-D624-0BEBA288DBE3}"/>
          </ac:picMkLst>
        </pc:picChg>
      </pc:sldChg>
      <pc:sldChg chg="modSp add mod">
        <pc:chgData name="Nair, Satish" userId="af50c098-07d3-4545-ad93-15c24b849386" providerId="ADAL" clId="{B575728E-D61F-49E0-BC8E-8DC5242C7AE2}" dt="2026-03-09T05:01:08.826" v="901" actId="20577"/>
        <pc:sldMkLst>
          <pc:docMk/>
          <pc:sldMk cId="2039376043" sldId="261"/>
        </pc:sldMkLst>
        <pc:spChg chg="mod">
          <ac:chgData name="Nair, Satish" userId="af50c098-07d3-4545-ad93-15c24b849386" providerId="ADAL" clId="{B575728E-D61F-49E0-BC8E-8DC5242C7AE2}" dt="2026-03-09T05:01:08.826" v="901" actId="20577"/>
          <ac:spMkLst>
            <pc:docMk/>
            <pc:sldMk cId="2039376043" sldId="261"/>
            <ac:spMk id="4" creationId="{7C8A91C0-E6C9-7CEF-787D-B020B3536961}"/>
          </ac:spMkLst>
        </pc:spChg>
      </pc:sldChg>
      <pc:sldChg chg="modSp add mod">
        <pc:chgData name="Nair, Satish" userId="af50c098-07d3-4545-ad93-15c24b849386" providerId="ADAL" clId="{B575728E-D61F-49E0-BC8E-8DC5242C7AE2}" dt="2026-03-09T05:01:49.048" v="907" actId="20577"/>
        <pc:sldMkLst>
          <pc:docMk/>
          <pc:sldMk cId="3608301042" sldId="262"/>
        </pc:sldMkLst>
        <pc:spChg chg="mod">
          <ac:chgData name="Nair, Satish" userId="af50c098-07d3-4545-ad93-15c24b849386" providerId="ADAL" clId="{B575728E-D61F-49E0-BC8E-8DC5242C7AE2}" dt="2026-03-09T05:01:49.048" v="907" actId="20577"/>
          <ac:spMkLst>
            <pc:docMk/>
            <pc:sldMk cId="3608301042" sldId="262"/>
            <ac:spMk id="4" creationId="{1CA8049C-9B91-875D-9B6F-69795535BEEC}"/>
          </ac:spMkLst>
        </pc:spChg>
      </pc:sldChg>
      <pc:sldChg chg="addSp modSp add mod">
        <pc:chgData name="Nair, Satish" userId="af50c098-07d3-4545-ad93-15c24b849386" providerId="ADAL" clId="{B575728E-D61F-49E0-BC8E-8DC5242C7AE2}" dt="2026-03-09T05:15:12.758" v="984" actId="1076"/>
        <pc:sldMkLst>
          <pc:docMk/>
          <pc:sldMk cId="3606108365" sldId="263"/>
        </pc:sldMkLst>
        <pc:spChg chg="mod">
          <ac:chgData name="Nair, Satish" userId="af50c098-07d3-4545-ad93-15c24b849386" providerId="ADAL" clId="{B575728E-D61F-49E0-BC8E-8DC5242C7AE2}" dt="2026-03-09T05:15:06.911" v="982" actId="20577"/>
          <ac:spMkLst>
            <pc:docMk/>
            <pc:sldMk cId="3606108365" sldId="263"/>
            <ac:spMk id="4" creationId="{171F3812-E005-4ED4-44C4-E53D201CB775}"/>
          </ac:spMkLst>
        </pc:spChg>
        <pc:picChg chg="add mod">
          <ac:chgData name="Nair, Satish" userId="af50c098-07d3-4545-ad93-15c24b849386" providerId="ADAL" clId="{B575728E-D61F-49E0-BC8E-8DC5242C7AE2}" dt="2026-03-09T05:15:12.758" v="984" actId="1076"/>
          <ac:picMkLst>
            <pc:docMk/>
            <pc:sldMk cId="3606108365" sldId="263"/>
            <ac:picMk id="2" creationId="{F882F37D-CFBA-62CF-A775-5B88998936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55C27-59AB-4A4B-A7BD-DF84115AA11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67DA3-17AF-4FF0-BC33-DFEA0A33F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6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BC25-E4D0-7EDF-CE1F-4B8DDCCAA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556AE-079E-25B5-E6D4-7EFE93828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DAE12-89D4-2C01-C85B-2FB93155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2E331-1F60-4B25-A11C-10138B5B226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2D36B-E89B-2B2A-EA81-C2D8FE9F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B647-D4F0-0CBD-9FCD-6AA17D91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202F-860B-2A8C-6828-662DBF97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339E-6F0F-2AFC-EE0C-F6945D5B7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EFB29-270D-657A-3555-232011A6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ACDA-C910-40E2-81AC-1D8ECF441A6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7D7C0-8285-63EA-E0F9-F6A4B2A8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4DBF-836E-9006-E9B8-37C5FA7A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4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2449-E5D4-C801-9520-E077C448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12A8A-B4A1-B128-9813-263FF594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A2B91-43EB-F8DE-3EAC-18E03AC5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FFD9-0E6F-4E25-89C9-7C2AE877EF9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FD23-0821-B07E-2D22-4AF75E0C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FD298-7808-47BB-C70F-8D15CC58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9BF0-EFDF-C2E4-E77E-9E53B8C7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2189-51E1-5DDD-EBF5-1D719F425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22BAC-B11B-0870-41B2-659CE9A3E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0896F-6B39-A7B1-CF35-02285AB3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1FCD6-4F46-4B11-B2B8-03105DDC408F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4AFDF-3661-3D13-1ADC-A764383B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F5C7-8CD9-714A-1AA6-1DD93109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0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5D81-C967-CC36-DA82-AFDA30DC6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A566-44E7-1A79-2A4C-C723C5C1C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DAB48-485E-6D7E-5F3A-D1B7668A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6E116-9EFE-8AF6-6A80-00CC1172E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36710-6A60-9C82-8C03-7BBFE01CB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54922-460A-6337-DE69-954D3F61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512D-B46A-4775-A79B-9CB3796DAC87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8447E-CC2F-BCA7-ED21-0B63289E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FCA31-7DC7-B80C-8196-CCB2CF49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5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B1B0-D5A6-A083-E837-E343ECC4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32E81-651C-A081-C36A-2C102D21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B376-FF89-44E6-BB6A-DFFA3EEE8233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3045E-365F-2897-8F60-C6B97436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D3BB0-96C4-B03D-F658-6D7D42CA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E5BB2-789D-A963-4374-BD1B26C5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2B4B-B097-4E56-8E67-ECE7877DDFD2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2CAC2-E085-78CE-7BE5-446BBBBA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0DC7-119B-88A3-3125-83244762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5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6FD8-043D-1271-4FD8-B1CC2D1D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9759-6CC6-2C30-BBEB-83CBAFDF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E585A-4571-F1F0-0499-463A980C5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DA0A2-94D4-C7CC-9F5B-C36F4FCA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B5B8-495E-4487-BEB6-22DF53BB73D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58BA8-F8B8-83F6-1301-234DB02E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E65DE-7BFA-DA62-9B84-8E03D965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1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AAAD-1FCE-F895-EDB7-8E1238A0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F2322-C6E1-E87D-6BDC-D6DADC386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2B28A-F013-0E17-E011-CF725AF6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EC82A-8E7D-0DE8-B45F-253D93F2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9C98-76D9-4F50-83BD-6DCDA92B81F3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65E2-C35A-72A7-05F7-F621C2B2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19BAF-C86F-A3EE-B32E-8E5B045E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3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407E-A242-1C2E-7DD7-C767D94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46C6D-C9C6-4563-9F83-E06DF7D78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1774B-8B86-278A-7EF8-B4157B05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C082-2D2E-4369-BBF2-1286676ECEE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2AAB-D0B7-DB24-5F3F-5DDA932F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B039D-7797-567B-51AE-A783FB65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2D9F8-9453-27F4-4665-3C6C06F09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DE82A-43C4-24B7-90BD-0BE9C2872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4BCC4-F4E7-7368-2BE5-563E4680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C9-26E1-4D8F-BFAA-70496DC547E8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B331-FF8D-F00B-EC01-08E191BC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F4EB-8993-02EE-E725-E439A610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7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389E9D-406E-AED0-62E1-1D3E976FA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5FCEC-69C0-040D-78F3-D9F581A5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F6A3-D9C5-1FFB-3440-535EC453C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6460D-E355-4FA1-88B8-DB5E71A87C7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38BA6-5EC0-D741-9EBC-77C5601AE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ED57-03D5-A76D-A2B4-C89354A47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colab.research.google.com/github/cyneuro/Chapter_Colabs/blob/main/Colab_B.ipyn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1748E-1251-FBC2-DAD5-783A4BA8FD4D}"/>
              </a:ext>
            </a:extLst>
          </p:cNvPr>
          <p:cNvSpPr txBox="1"/>
          <p:nvPr/>
        </p:nvSpPr>
        <p:spPr>
          <a:xfrm>
            <a:off x="566442" y="151179"/>
            <a:ext cx="10794775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b="1" dirty="0">
                <a:solidFill>
                  <a:srgbClr val="0070C0"/>
                </a:solidFill>
              </a:rPr>
              <a:t>. From Biology to Modeling: NEURON – STRUCTURE AS CIRCUIT</a:t>
            </a:r>
          </a:p>
          <a:p>
            <a:endParaRPr lang="en-US" sz="700" i="1" dirty="0"/>
          </a:p>
          <a:p>
            <a:r>
              <a:rPr lang="en-US" i="1" dirty="0"/>
              <a:t>Now we connect to systems concepts: RC membrane, conductances, Nernst/Goldman, pumps as rechargers, τ, λ, HH intuition.</a:t>
            </a:r>
          </a:p>
          <a:p>
            <a:r>
              <a:rPr lang="en-US" b="1" dirty="0"/>
              <a:t>Colab for part B - </a:t>
            </a:r>
            <a:r>
              <a:rPr lang="en-US" sz="1000" b="1" dirty="0">
                <a:hlinkClick r:id="rId2"/>
              </a:rPr>
              <a:t>https://colab.research.google.com/github/cyneuro/Chapter_Colabs/blob/main/Colab_B.ipynb</a:t>
            </a:r>
            <a:endParaRPr lang="en-US" sz="1000" b="1" dirty="0"/>
          </a:p>
          <a:p>
            <a:endParaRPr lang="en-US" dirty="0"/>
          </a:p>
          <a:p>
            <a:r>
              <a:rPr lang="en-US" b="1" dirty="0"/>
              <a:t>B1. Membrane as Capacitor + Leak as Resistor</a:t>
            </a:r>
            <a:br>
              <a:rPr lang="en-US" dirty="0"/>
            </a:br>
            <a:r>
              <a:rPr lang="en-US" dirty="0"/>
              <a:t>The bilayer stores charge (</a:t>
            </a:r>
            <a:r>
              <a:rPr lang="en-US" b="1" dirty="0"/>
              <a:t>capacitance</a:t>
            </a:r>
            <a:r>
              <a:rPr lang="en-US" dirty="0"/>
              <a:t>), while leak </a:t>
            </a:r>
          </a:p>
          <a:p>
            <a:r>
              <a:rPr lang="en-US" dirty="0"/>
              <a:t>channels provide </a:t>
            </a:r>
            <a:r>
              <a:rPr lang="en-US" b="1" dirty="0"/>
              <a:t>conductive paths</a:t>
            </a:r>
            <a:r>
              <a:rPr lang="en-US" dirty="0"/>
              <a:t>. </a:t>
            </a:r>
          </a:p>
          <a:p>
            <a:r>
              <a:rPr lang="en-US" dirty="0"/>
              <a:t>Together they produce </a:t>
            </a:r>
            <a:r>
              <a:rPr lang="en-US" b="1" dirty="0"/>
              <a:t>RC‑like</a:t>
            </a:r>
            <a:r>
              <a:rPr lang="en-US" dirty="0"/>
              <a:t> voltage time courses.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Using everyday analogies, explain why </a:t>
            </a:r>
          </a:p>
          <a:p>
            <a:r>
              <a:rPr lang="en-US" dirty="0"/>
              <a:t>membranes have capacitance and how leak affects voltage </a:t>
            </a:r>
          </a:p>
          <a:p>
            <a:r>
              <a:rPr lang="en-US" dirty="0"/>
              <a:t>over time. Predict the qualitative shape of V(t) to a small </a:t>
            </a:r>
          </a:p>
          <a:p>
            <a:r>
              <a:rPr lang="en-US" dirty="0"/>
              <a:t>current step.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B2. Ion Gradients as Batteries — Nernst Potentials</a:t>
            </a:r>
            <a:endParaRPr lang="en-US" dirty="0"/>
          </a:p>
          <a:p>
            <a:r>
              <a:rPr lang="en-US" dirty="0"/>
              <a:t>Each ion’s gradient corresponds to a </a:t>
            </a:r>
            <a:r>
              <a:rPr lang="en-US" b="1" dirty="0"/>
              <a:t>reversal potential</a:t>
            </a:r>
            <a:r>
              <a:rPr lang="en-US" dirty="0"/>
              <a:t> </a:t>
            </a:r>
          </a:p>
          <a:p>
            <a:r>
              <a:rPr lang="en-US" dirty="0"/>
              <a:t>via Nernst. Channel selectivity ties ion flow to </a:t>
            </a:r>
            <a:r>
              <a:rPr lang="en-US" b="1" dirty="0"/>
              <a:t>driving force</a:t>
            </a:r>
            <a:endParaRPr lang="en-US" dirty="0"/>
          </a:p>
          <a:p>
            <a:r>
              <a:rPr lang="en-US" b="1" dirty="0"/>
              <a:t>Self‑learning prompt: </a:t>
            </a:r>
            <a:r>
              <a:rPr lang="en-US" dirty="0"/>
              <a:t>Compute E_K and </a:t>
            </a:r>
            <a:r>
              <a:rPr lang="en-US" dirty="0" err="1"/>
              <a:t>E_Na</a:t>
            </a:r>
            <a:r>
              <a:rPr lang="en-US" dirty="0"/>
              <a:t> from given </a:t>
            </a:r>
          </a:p>
          <a:p>
            <a:r>
              <a:rPr lang="en-US" dirty="0"/>
              <a:t>concentrations. Explain how changing internal K⁺ or external</a:t>
            </a:r>
          </a:p>
          <a:p>
            <a:r>
              <a:rPr lang="en-US" dirty="0"/>
              <a:t>Na⁺ shifts the corresponding Nernst potentials.</a:t>
            </a:r>
          </a:p>
          <a:p>
            <a:endParaRPr lang="en-US" dirty="0"/>
          </a:p>
          <a:p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715A5-5ED3-6BA1-F7AE-DCEE115CC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79" y="1056898"/>
            <a:ext cx="4735990" cy="250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6D5BD8-F224-ED0A-68DC-3E4635CB5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656" y="3595034"/>
            <a:ext cx="3211254" cy="23397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420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7587-138B-1AE7-A856-407A95C6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076A1F-4422-5497-47F1-3DC86BF2915D}"/>
              </a:ext>
            </a:extLst>
          </p:cNvPr>
          <p:cNvSpPr txBox="1"/>
          <p:nvPr/>
        </p:nvSpPr>
        <p:spPr>
          <a:xfrm>
            <a:off x="339865" y="197346"/>
            <a:ext cx="1079477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B3. Multiple Ions — Goldman–Hodgkin–Katz (GHK) and Resting Potential</a:t>
            </a:r>
            <a:endParaRPr lang="en-US" dirty="0"/>
          </a:p>
          <a:p>
            <a:r>
              <a:rPr lang="en-US" dirty="0"/>
              <a:t>With several permeant ions, resting V depends on </a:t>
            </a:r>
            <a:r>
              <a:rPr lang="en-US" b="1" dirty="0"/>
              <a:t>relative permeabilities</a:t>
            </a:r>
            <a:r>
              <a:rPr lang="en-US" dirty="0"/>
              <a:t> (P_K, </a:t>
            </a:r>
            <a:r>
              <a:rPr lang="en-US" dirty="0" err="1"/>
              <a:t>P_Na</a:t>
            </a:r>
            <a:r>
              <a:rPr lang="en-US" dirty="0"/>
              <a:t>, </a:t>
            </a:r>
            <a:r>
              <a:rPr lang="en-US" dirty="0" err="1"/>
              <a:t>P_Cl</a:t>
            </a:r>
            <a:r>
              <a:rPr lang="en-US" dirty="0"/>
              <a:t>), not just concentrations.</a:t>
            </a:r>
          </a:p>
          <a:p>
            <a:r>
              <a:rPr lang="en-US" b="1" dirty="0"/>
              <a:t>Self‑learning prompt:</a:t>
            </a:r>
          </a:p>
          <a:p>
            <a:r>
              <a:rPr lang="en-US" dirty="0"/>
              <a:t>Explain how changing </a:t>
            </a:r>
          </a:p>
          <a:p>
            <a:r>
              <a:rPr lang="en-US" dirty="0"/>
              <a:t>P_K/</a:t>
            </a:r>
            <a:r>
              <a:rPr lang="en-US" dirty="0" err="1"/>
              <a:t>P_Na</a:t>
            </a:r>
            <a:r>
              <a:rPr lang="en-US" dirty="0"/>
              <a:t> moves the </a:t>
            </a:r>
          </a:p>
          <a:p>
            <a:r>
              <a:rPr lang="en-US" dirty="0"/>
              <a:t>resting potential. </a:t>
            </a:r>
          </a:p>
          <a:p>
            <a:r>
              <a:rPr lang="en-US" dirty="0"/>
              <a:t>Provide a qualitative </a:t>
            </a:r>
          </a:p>
          <a:p>
            <a:r>
              <a:rPr lang="en-US" dirty="0"/>
              <a:t>graph showing resting </a:t>
            </a:r>
          </a:p>
          <a:p>
            <a:r>
              <a:rPr lang="en-US" dirty="0"/>
              <a:t>V as P_K increases.</a:t>
            </a:r>
            <a:br>
              <a:rPr lang="en-US" dirty="0"/>
            </a:b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B4. Voltage‑Gated Channels — Activation &amp; Inactivation (m, h, n) </a:t>
            </a:r>
            <a:r>
              <a:rPr lang="en-US" dirty="0"/>
              <a:t>Na⁺ channels: </a:t>
            </a:r>
            <a:r>
              <a:rPr lang="en-US" b="1" dirty="0"/>
              <a:t>activation (m)</a:t>
            </a:r>
            <a:r>
              <a:rPr lang="en-US" dirty="0"/>
              <a:t> and </a:t>
            </a:r>
            <a:r>
              <a:rPr lang="en-US" b="1" dirty="0"/>
              <a:t>inactivation (h)</a:t>
            </a:r>
            <a:r>
              <a:rPr lang="en-US" dirty="0"/>
              <a:t>; K⁺: </a:t>
            </a:r>
            <a:r>
              <a:rPr lang="en-US" b="1" dirty="0"/>
              <a:t>activation (n)</a:t>
            </a:r>
            <a:r>
              <a:rPr lang="en-US" dirty="0"/>
              <a:t>. Their voltage dependence creates spikes via positive and negative </a:t>
            </a:r>
          </a:p>
          <a:p>
            <a:r>
              <a:rPr lang="en-US" dirty="0"/>
              <a:t>feedback loops.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Describe how m, h, and n change with depolarization and how that sequence produces an action potential’s rise and fall.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7717B-1F81-D52A-427A-5B891C2C6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110" y="903484"/>
            <a:ext cx="2853736" cy="2079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AC796-D4CD-200A-8E5B-F8E32F9A1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53" y="2982732"/>
            <a:ext cx="1838582" cy="200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E08D3-26FF-216E-D624-0BEBA288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00"/>
          <a:stretch>
            <a:fillRect/>
          </a:stretch>
        </p:blipFill>
        <p:spPr>
          <a:xfrm>
            <a:off x="2854126" y="678887"/>
            <a:ext cx="5965965" cy="43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6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92BF-FDEC-1E64-D99D-A06C17D3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8A91C0-E6C9-7CEF-787D-B020B3536961}"/>
                  </a:ext>
                </a:extLst>
              </p:cNvPr>
              <p:cNvSpPr txBox="1"/>
              <p:nvPr/>
            </p:nvSpPr>
            <p:spPr>
              <a:xfrm>
                <a:off x="566442" y="151179"/>
                <a:ext cx="10794775" cy="504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B5. Pumps as ‘Rechargers’ — Gradient Maintenance</a:t>
                </a:r>
                <a:br>
                  <a:rPr lang="en-US" dirty="0"/>
                </a:br>
                <a:r>
                  <a:rPr lang="en-US" dirty="0"/>
                  <a:t>Pumps minimally shift V in the short term but </a:t>
                </a:r>
                <a:r>
                  <a:rPr lang="en-US" b="1" dirty="0"/>
                  <a:t>sustain gradients</a:t>
                </a:r>
                <a:r>
                  <a:rPr lang="en-US" dirty="0"/>
                  <a:t> critical for long‑term excitability and recovery.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“Explain why blocking the Na⁺/K⁺ pump gradually alters excitability over minutes to hours rather than instantly.”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B6. Time Constant (τ) — Temporal Filtering</a:t>
                </a:r>
                <a:endParaRPr lang="en-US" dirty="0"/>
              </a:p>
              <a:p>
                <a:r>
                  <a:rPr lang="en-US" b="1" dirty="0"/>
                  <a:t>IMAGE INSERT HERE — “Exponential Voltage Relaxation Plot”</a:t>
                </a:r>
                <a:br>
                  <a:rPr lang="en-US" dirty="0"/>
                </a:br>
                <a:r>
                  <a:rPr lang="en-US" i="1" dirty="0"/>
                  <a:t>Alt‑text:</a:t>
                </a:r>
                <a:r>
                  <a:rPr lang="en-US" dirty="0"/>
                  <a:t> “Exponential charging/relaxation curve.”</a:t>
                </a:r>
              </a:p>
              <a:p>
                <a:r>
                  <a:rPr lang="en-US" b="1" dirty="0"/>
                  <a:t>Core text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sets how quickly the membrane voltage changes to inputs.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“Predict how doubling membrane capacitance changes the time course of a small voltage response. Explain why.”</a:t>
                </a:r>
              </a:p>
              <a:p>
                <a:endParaRPr lang="en-US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8A91C0-E6C9-7CEF-787D-B020B353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42" y="151179"/>
                <a:ext cx="10794775" cy="5047536"/>
              </a:xfrm>
              <a:prstGeom prst="rect">
                <a:avLst/>
              </a:prstGeom>
              <a:blipFill>
                <a:blip r:embed="rId2"/>
                <a:stretch>
                  <a:fillRect l="-508" t="-604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37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8428-0EAC-E23E-E1C2-100BF827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8049C-9B91-875D-9B6F-69795535BEEC}"/>
                  </a:ext>
                </a:extLst>
              </p:cNvPr>
              <p:cNvSpPr txBox="1"/>
              <p:nvPr/>
            </p:nvSpPr>
            <p:spPr>
              <a:xfrm>
                <a:off x="566442" y="151179"/>
                <a:ext cx="10794775" cy="562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B7. Length Constant (λ) — Spatial Attenuation</a:t>
                </a:r>
                <a:endParaRPr lang="en-US" dirty="0"/>
              </a:p>
              <a:p>
                <a:r>
                  <a:rPr lang="en-US" b="1" dirty="0"/>
                  <a:t>IMAGE INSERT HERE — “EPSP Attenuation Over Distance”</a:t>
                </a:r>
                <a:br>
                  <a:rPr lang="en-US" dirty="0"/>
                </a:br>
                <a:r>
                  <a:rPr lang="en-US" i="1" dirty="0"/>
                  <a:t>Alt‑text:</a:t>
                </a:r>
                <a:r>
                  <a:rPr lang="en-US" dirty="0"/>
                  <a:t> “EPSP amplitude decays with distance; thicker dendrite attenuates less.”</a:t>
                </a:r>
              </a:p>
              <a:p>
                <a:r>
                  <a:rPr lang="en-US" b="1" dirty="0"/>
                  <a:t>Core text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dirty="0"/>
                  <a:t>(qualitatively) sets how far local voltage spreads along neurites; diameter matters.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“Explain how increasing dendrite diameter affects λ and why distal inputs may be weaker at the soma.”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B8. Driving Force —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1"/>
                          <m:t>ion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IMAGE INSERT HERE — “Driving Force Direction Diagram”</a:t>
                </a:r>
                <a:br>
                  <a:rPr lang="en-US" dirty="0"/>
                </a:br>
                <a:r>
                  <a:rPr lang="en-US" i="1" dirty="0"/>
                  <a:t>Alt‑text:</a:t>
                </a:r>
                <a:r>
                  <a:rPr lang="en-US" dirty="0"/>
                  <a:t> “Arrows showing inward/outward current depending on V and </a:t>
                </a:r>
                <a:r>
                  <a:rPr lang="en-US" dirty="0" err="1"/>
                  <a:t>E_ion</a:t>
                </a:r>
                <a:r>
                  <a:rPr lang="en-US" dirty="0"/>
                  <a:t>.”</a:t>
                </a:r>
              </a:p>
              <a:p>
                <a:r>
                  <a:rPr lang="en-US" b="1" dirty="0"/>
                  <a:t>Core text</a:t>
                </a:r>
                <a:br>
                  <a:rPr lang="en-US" dirty="0"/>
                </a:br>
                <a:r>
                  <a:rPr lang="en-US" dirty="0"/>
                  <a:t>Current direction and magnitude arise from the difference between </a:t>
                </a:r>
                <a:r>
                  <a:rPr lang="en-US" b="1" dirty="0"/>
                  <a:t>membrane voltage</a:t>
                </a:r>
                <a:r>
                  <a:rPr lang="en-US" dirty="0"/>
                  <a:t> and the </a:t>
                </a:r>
                <a:r>
                  <a:rPr lang="en-US" b="1" dirty="0"/>
                  <a:t>ion’s reversal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“Given V = −65 mV and </a:t>
                </a:r>
                <a:r>
                  <a:rPr lang="en-US" dirty="0" err="1"/>
                  <a:t>E_Cl</a:t>
                </a:r>
                <a:r>
                  <a:rPr lang="en-US" dirty="0"/>
                  <a:t> = −70 mV, explain whether opening Cl⁻ channels depolarizes, hyperpolarizes, or shunts and why.”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8049C-9B91-875D-9B6F-69795535B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42" y="151179"/>
                <a:ext cx="10794775" cy="5623206"/>
              </a:xfrm>
              <a:prstGeom prst="rect">
                <a:avLst/>
              </a:prstGeom>
              <a:blipFill>
                <a:blip r:embed="rId2"/>
                <a:stretch>
                  <a:fillRect l="-508" t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30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B978-E524-FF48-5267-6C091B55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F3812-E005-4ED4-44C4-E53D201CB775}"/>
              </a:ext>
            </a:extLst>
          </p:cNvPr>
          <p:cNvSpPr txBox="1"/>
          <p:nvPr/>
        </p:nvSpPr>
        <p:spPr>
          <a:xfrm>
            <a:off x="566442" y="151179"/>
            <a:ext cx="1079477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B9. Myelination — Changing Effective Membrane Properties</a:t>
            </a:r>
            <a:br>
              <a:rPr lang="en-US" dirty="0"/>
            </a:br>
            <a:r>
              <a:rPr lang="en-US" dirty="0"/>
              <a:t>Myelin </a:t>
            </a:r>
            <a:r>
              <a:rPr lang="en-US" b="1" dirty="0"/>
              <a:t>reduces capacitance</a:t>
            </a:r>
            <a:r>
              <a:rPr lang="en-US" dirty="0"/>
              <a:t> and </a:t>
            </a:r>
            <a:r>
              <a:rPr lang="en-US" b="1" dirty="0"/>
              <a:t>increases resistance</a:t>
            </a:r>
            <a:r>
              <a:rPr lang="en-US" dirty="0"/>
              <a:t> in internodes, enabling </a:t>
            </a:r>
            <a:r>
              <a:rPr lang="en-US" b="1" dirty="0"/>
              <a:t>saltatory conduction</a:t>
            </a:r>
            <a:r>
              <a:rPr lang="en-US" dirty="0"/>
              <a:t> between nodes.</a:t>
            </a:r>
          </a:p>
          <a:p>
            <a:r>
              <a:rPr lang="en-US" b="1" dirty="0"/>
              <a:t>Self‑learning prompt</a:t>
            </a:r>
            <a:br>
              <a:rPr lang="en-US" dirty="0"/>
            </a:br>
            <a:r>
              <a:rPr lang="en-US" dirty="0"/>
              <a:t>“Predict how demyelination affects signal propagation and threshold at nodes.”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B10. Hodgkin–Huxley in a Nutshell — The Membrane Equation</a:t>
            </a:r>
            <a:br>
              <a:rPr lang="en-US" dirty="0"/>
            </a:br>
            <a:r>
              <a:rPr lang="en-US" dirty="0"/>
              <a:t>The membrane equation combines </a:t>
            </a:r>
            <a:r>
              <a:rPr lang="en-US" b="1" dirty="0"/>
              <a:t>capacitance</a:t>
            </a:r>
            <a:r>
              <a:rPr lang="en-US" dirty="0"/>
              <a:t>, </a:t>
            </a:r>
            <a:r>
              <a:rPr lang="en-US" b="1" dirty="0"/>
              <a:t>conductances</a:t>
            </a:r>
            <a:r>
              <a:rPr lang="en-US" dirty="0"/>
              <a:t>, and </a:t>
            </a:r>
            <a:r>
              <a:rPr lang="en-US" b="1" dirty="0"/>
              <a:t>driving forces</a:t>
            </a:r>
            <a:r>
              <a:rPr lang="en-US" dirty="0"/>
              <a:t> into a time‑evolving voltage description used in simulators like NEURON.</a:t>
            </a:r>
          </a:p>
          <a:p>
            <a:r>
              <a:rPr lang="en-US" b="1" dirty="0"/>
              <a:t>Self‑learning prompt</a:t>
            </a:r>
            <a:br>
              <a:rPr lang="en-US" dirty="0"/>
            </a:br>
            <a:r>
              <a:rPr lang="en-US" dirty="0"/>
              <a:t>“In 4–6 sentences, map capacitor, conductances, and reversal potentials to biological elements and state the membrane equation qualitatively (no derivation).”</a:t>
            </a:r>
          </a:p>
          <a:p>
            <a:endParaRPr lang="en-US" dirty="0"/>
          </a:p>
          <a:p>
            <a:endParaRPr lang="en-US" sz="1600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F882F37D-CFBA-62CF-A775-5B88998936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4" t="13113" r="17465" b="16933"/>
          <a:stretch>
            <a:fillRect/>
          </a:stretch>
        </p:blipFill>
        <p:spPr>
          <a:xfrm>
            <a:off x="7157349" y="3544312"/>
            <a:ext cx="4090579" cy="294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0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780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Nair, Satish</dc:creator>
  <cp:lastModifiedBy>Nair, Satish</cp:lastModifiedBy>
  <cp:revision>1</cp:revision>
  <dcterms:created xsi:type="dcterms:W3CDTF">2026-03-09T03:33:19Z</dcterms:created>
  <dcterms:modified xsi:type="dcterms:W3CDTF">2026-03-10T04:13:53Z</dcterms:modified>
</cp:coreProperties>
</file>