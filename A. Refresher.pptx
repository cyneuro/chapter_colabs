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1588CA-04A0-41CC-8F91-3F128B75ECD2}" v="42" dt="2026-03-09T05:23:36.2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8" d="100"/>
          <a:sy n="118" d="100"/>
        </p:scale>
        <p:origin x="120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ir, Satish" userId="af50c098-07d3-4545-ad93-15c24b849386" providerId="ADAL" clId="{B575728E-D61F-49E0-BC8E-8DC5242C7AE2}"/>
    <pc:docChg chg="undo redo custSel addSld modSld">
      <pc:chgData name="Nair, Satish" userId="af50c098-07d3-4545-ad93-15c24b849386" providerId="ADAL" clId="{B575728E-D61F-49E0-BC8E-8DC5242C7AE2}" dt="2026-03-09T05:24:57.804" v="807" actId="1076"/>
      <pc:docMkLst>
        <pc:docMk/>
      </pc:docMkLst>
      <pc:sldChg chg="addSp delSp modSp new mod">
        <pc:chgData name="Nair, Satish" userId="af50c098-07d3-4545-ad93-15c24b849386" providerId="ADAL" clId="{B575728E-D61F-49E0-BC8E-8DC5242C7AE2}" dt="2026-03-09T04:03:10.991" v="479" actId="1076"/>
        <pc:sldMkLst>
          <pc:docMk/>
          <pc:sldMk cId="1764206999" sldId="256"/>
        </pc:sldMkLst>
        <pc:spChg chg="del">
          <ac:chgData name="Nair, Satish" userId="af50c098-07d3-4545-ad93-15c24b849386" providerId="ADAL" clId="{B575728E-D61F-49E0-BC8E-8DC5242C7AE2}" dt="2026-03-09T03:33:28.098" v="1" actId="478"/>
          <ac:spMkLst>
            <pc:docMk/>
            <pc:sldMk cId="1764206999" sldId="256"/>
            <ac:spMk id="2" creationId="{FBC655B8-EB27-1714-CF53-855AD2D731AB}"/>
          </ac:spMkLst>
        </pc:spChg>
        <pc:spChg chg="del">
          <ac:chgData name="Nair, Satish" userId="af50c098-07d3-4545-ad93-15c24b849386" providerId="ADAL" clId="{B575728E-D61F-49E0-BC8E-8DC5242C7AE2}" dt="2026-03-09T03:33:30.070" v="2" actId="478"/>
          <ac:spMkLst>
            <pc:docMk/>
            <pc:sldMk cId="1764206999" sldId="256"/>
            <ac:spMk id="3" creationId="{57150643-D77B-4E73-B002-D9DACFBF2277}"/>
          </ac:spMkLst>
        </pc:spChg>
        <pc:spChg chg="add mod">
          <ac:chgData name="Nair, Satish" userId="af50c098-07d3-4545-ad93-15c24b849386" providerId="ADAL" clId="{B575728E-D61F-49E0-BC8E-8DC5242C7AE2}" dt="2026-03-09T04:03:10.991" v="479" actId="1076"/>
          <ac:spMkLst>
            <pc:docMk/>
            <pc:sldMk cId="1764206999" sldId="256"/>
            <ac:spMk id="4" creationId="{D0B1748E-1251-FBC2-DAD5-783A4BA8FD4D}"/>
          </ac:spMkLst>
        </pc:spChg>
        <pc:spChg chg="mod">
          <ac:chgData name="Nair, Satish" userId="af50c098-07d3-4545-ad93-15c24b849386" providerId="ADAL" clId="{B575728E-D61F-49E0-BC8E-8DC5242C7AE2}" dt="2026-03-09T04:00:00.843" v="453"/>
          <ac:spMkLst>
            <pc:docMk/>
            <pc:sldMk cId="1764206999" sldId="256"/>
            <ac:spMk id="10" creationId="{D8BA6FD6-25A5-7750-4799-D31D4379A6D7}"/>
          </ac:spMkLst>
        </pc:spChg>
        <pc:spChg chg="mod">
          <ac:chgData name="Nair, Satish" userId="af50c098-07d3-4545-ad93-15c24b849386" providerId="ADAL" clId="{B575728E-D61F-49E0-BC8E-8DC5242C7AE2}" dt="2026-03-09T04:00:00.843" v="453"/>
          <ac:spMkLst>
            <pc:docMk/>
            <pc:sldMk cId="1764206999" sldId="256"/>
            <ac:spMk id="11" creationId="{282ABB69-665D-2A16-3B47-268D5629AC82}"/>
          </ac:spMkLst>
        </pc:spChg>
        <pc:spChg chg="mod">
          <ac:chgData name="Nair, Satish" userId="af50c098-07d3-4545-ad93-15c24b849386" providerId="ADAL" clId="{B575728E-D61F-49E0-BC8E-8DC5242C7AE2}" dt="2026-03-09T04:00:00.843" v="453"/>
          <ac:spMkLst>
            <pc:docMk/>
            <pc:sldMk cId="1764206999" sldId="256"/>
            <ac:spMk id="13" creationId="{2C15C33C-BFAD-48C4-A5AB-D437E155F0CB}"/>
          </ac:spMkLst>
        </pc:spChg>
        <pc:spChg chg="mod">
          <ac:chgData name="Nair, Satish" userId="af50c098-07d3-4545-ad93-15c24b849386" providerId="ADAL" clId="{B575728E-D61F-49E0-BC8E-8DC5242C7AE2}" dt="2026-03-09T04:00:00.843" v="453"/>
          <ac:spMkLst>
            <pc:docMk/>
            <pc:sldMk cId="1764206999" sldId="256"/>
            <ac:spMk id="20" creationId="{267D4586-5355-EDC6-DC1A-864BA4582B9B}"/>
          </ac:spMkLst>
        </pc:spChg>
        <pc:spChg chg="mod">
          <ac:chgData name="Nair, Satish" userId="af50c098-07d3-4545-ad93-15c24b849386" providerId="ADAL" clId="{B575728E-D61F-49E0-BC8E-8DC5242C7AE2}" dt="2026-03-09T04:00:00.843" v="453"/>
          <ac:spMkLst>
            <pc:docMk/>
            <pc:sldMk cId="1764206999" sldId="256"/>
            <ac:spMk id="21" creationId="{CAA4F967-76BF-BD82-179D-7AE0038994B6}"/>
          </ac:spMkLst>
        </pc:spChg>
        <pc:spChg chg="mod">
          <ac:chgData name="Nair, Satish" userId="af50c098-07d3-4545-ad93-15c24b849386" providerId="ADAL" clId="{B575728E-D61F-49E0-BC8E-8DC5242C7AE2}" dt="2026-03-09T04:01:30.952" v="468"/>
          <ac:spMkLst>
            <pc:docMk/>
            <pc:sldMk cId="1764206999" sldId="256"/>
            <ac:spMk id="31" creationId="{89A5B504-9D61-F923-F645-FFF9E89182A0}"/>
          </ac:spMkLst>
        </pc:spChg>
        <pc:spChg chg="mod">
          <ac:chgData name="Nair, Satish" userId="af50c098-07d3-4545-ad93-15c24b849386" providerId="ADAL" clId="{B575728E-D61F-49E0-BC8E-8DC5242C7AE2}" dt="2026-03-09T04:01:30.952" v="468"/>
          <ac:spMkLst>
            <pc:docMk/>
            <pc:sldMk cId="1764206999" sldId="256"/>
            <ac:spMk id="32" creationId="{93B2937A-D787-91D2-C277-44726B4681AB}"/>
          </ac:spMkLst>
        </pc:spChg>
        <pc:spChg chg="del mod">
          <ac:chgData name="Nair, Satish" userId="af50c098-07d3-4545-ad93-15c24b849386" providerId="ADAL" clId="{B575728E-D61F-49E0-BC8E-8DC5242C7AE2}" dt="2026-03-09T04:01:55.012" v="470" actId="478"/>
          <ac:spMkLst>
            <pc:docMk/>
            <pc:sldMk cId="1764206999" sldId="256"/>
            <ac:spMk id="34" creationId="{D6780A63-9EC4-3F02-F184-F50E5D84623B}"/>
          </ac:spMkLst>
        </pc:spChg>
        <pc:spChg chg="mod">
          <ac:chgData name="Nair, Satish" userId="af50c098-07d3-4545-ad93-15c24b849386" providerId="ADAL" clId="{B575728E-D61F-49E0-BC8E-8DC5242C7AE2}" dt="2026-03-09T04:01:30.952" v="468"/>
          <ac:spMkLst>
            <pc:docMk/>
            <pc:sldMk cId="1764206999" sldId="256"/>
            <ac:spMk id="41" creationId="{DD98FA9F-1EFD-530F-569D-7EB4577F8C74}"/>
          </ac:spMkLst>
        </pc:spChg>
        <pc:spChg chg="mod">
          <ac:chgData name="Nair, Satish" userId="af50c098-07d3-4545-ad93-15c24b849386" providerId="ADAL" clId="{B575728E-D61F-49E0-BC8E-8DC5242C7AE2}" dt="2026-03-09T04:01:30.952" v="468"/>
          <ac:spMkLst>
            <pc:docMk/>
            <pc:sldMk cId="1764206999" sldId="256"/>
            <ac:spMk id="42" creationId="{453DD0A4-D10F-58DA-0040-3D1950364385}"/>
          </ac:spMkLst>
        </pc:spChg>
        <pc:spChg chg="add mod">
          <ac:chgData name="Nair, Satish" userId="af50c098-07d3-4545-ad93-15c24b849386" providerId="ADAL" clId="{B575728E-D61F-49E0-BC8E-8DC5242C7AE2}" dt="2026-03-09T04:02:57.691" v="478" actId="1076"/>
          <ac:spMkLst>
            <pc:docMk/>
            <pc:sldMk cId="1764206999" sldId="256"/>
            <ac:spMk id="49" creationId="{B678ABA9-97F5-D968-F89D-2DC5809A2784}"/>
          </ac:spMkLst>
        </pc:spChg>
        <pc:grpChg chg="add mod">
          <ac:chgData name="Nair, Satish" userId="af50c098-07d3-4545-ad93-15c24b849386" providerId="ADAL" clId="{B575728E-D61F-49E0-BC8E-8DC5242C7AE2}" dt="2026-03-09T04:00:00.843" v="453"/>
          <ac:grpSpMkLst>
            <pc:docMk/>
            <pc:sldMk cId="1764206999" sldId="256"/>
            <ac:grpSpMk id="7" creationId="{A72EEFBE-E595-96E1-5582-DBE51A9E9109}"/>
          </ac:grpSpMkLst>
        </pc:grpChg>
        <pc:grpChg chg="mod">
          <ac:chgData name="Nair, Satish" userId="af50c098-07d3-4545-ad93-15c24b849386" providerId="ADAL" clId="{B575728E-D61F-49E0-BC8E-8DC5242C7AE2}" dt="2026-03-09T04:00:00.843" v="453"/>
          <ac:grpSpMkLst>
            <pc:docMk/>
            <pc:sldMk cId="1764206999" sldId="256"/>
            <ac:grpSpMk id="8" creationId="{3A896065-0044-BC75-A5D8-F6D6386B0715}"/>
          </ac:grpSpMkLst>
        </pc:grpChg>
        <pc:grpChg chg="mod">
          <ac:chgData name="Nair, Satish" userId="af50c098-07d3-4545-ad93-15c24b849386" providerId="ADAL" clId="{B575728E-D61F-49E0-BC8E-8DC5242C7AE2}" dt="2026-03-09T04:00:00.843" v="453"/>
          <ac:grpSpMkLst>
            <pc:docMk/>
            <pc:sldMk cId="1764206999" sldId="256"/>
            <ac:grpSpMk id="9" creationId="{8B006768-2A13-DC80-A8BC-C47DD3BD43B0}"/>
          </ac:grpSpMkLst>
        </pc:grpChg>
        <pc:grpChg chg="mod">
          <ac:chgData name="Nair, Satish" userId="af50c098-07d3-4545-ad93-15c24b849386" providerId="ADAL" clId="{B575728E-D61F-49E0-BC8E-8DC5242C7AE2}" dt="2026-03-09T04:00:00.843" v="453"/>
          <ac:grpSpMkLst>
            <pc:docMk/>
            <pc:sldMk cId="1764206999" sldId="256"/>
            <ac:grpSpMk id="15" creationId="{9632AC29-3993-394C-8385-7557D2FF3ED9}"/>
          </ac:grpSpMkLst>
        </pc:grpChg>
        <pc:grpChg chg="add mod">
          <ac:chgData name="Nair, Satish" userId="af50c098-07d3-4545-ad93-15c24b849386" providerId="ADAL" clId="{B575728E-D61F-49E0-BC8E-8DC5242C7AE2}" dt="2026-03-09T04:01:36.822" v="469" actId="1076"/>
          <ac:grpSpMkLst>
            <pc:docMk/>
            <pc:sldMk cId="1764206999" sldId="256"/>
            <ac:grpSpMk id="28" creationId="{E773B030-03FB-FE6E-DC4E-4E37D3E8CA5B}"/>
          </ac:grpSpMkLst>
        </pc:grpChg>
        <pc:grpChg chg="mod">
          <ac:chgData name="Nair, Satish" userId="af50c098-07d3-4545-ad93-15c24b849386" providerId="ADAL" clId="{B575728E-D61F-49E0-BC8E-8DC5242C7AE2}" dt="2026-03-09T04:01:30.952" v="468"/>
          <ac:grpSpMkLst>
            <pc:docMk/>
            <pc:sldMk cId="1764206999" sldId="256"/>
            <ac:grpSpMk id="29" creationId="{B7D8A29B-0219-678B-0CC5-A261B92F6CAD}"/>
          </ac:grpSpMkLst>
        </pc:grpChg>
        <pc:grpChg chg="mod">
          <ac:chgData name="Nair, Satish" userId="af50c098-07d3-4545-ad93-15c24b849386" providerId="ADAL" clId="{B575728E-D61F-49E0-BC8E-8DC5242C7AE2}" dt="2026-03-09T04:01:30.952" v="468"/>
          <ac:grpSpMkLst>
            <pc:docMk/>
            <pc:sldMk cId="1764206999" sldId="256"/>
            <ac:grpSpMk id="30" creationId="{DFC5BAA0-8FEF-EEE0-3890-8933CD8925EB}"/>
          </ac:grpSpMkLst>
        </pc:grpChg>
        <pc:grpChg chg="mod">
          <ac:chgData name="Nair, Satish" userId="af50c098-07d3-4545-ad93-15c24b849386" providerId="ADAL" clId="{B575728E-D61F-49E0-BC8E-8DC5242C7AE2}" dt="2026-03-09T04:01:30.952" v="468"/>
          <ac:grpSpMkLst>
            <pc:docMk/>
            <pc:sldMk cId="1764206999" sldId="256"/>
            <ac:grpSpMk id="36" creationId="{101A04E8-4426-A14D-3AFF-E5DDC996C33A}"/>
          </ac:grpSpMkLst>
        </pc:grpChg>
        <pc:picChg chg="add mod modCrop">
          <ac:chgData name="Nair, Satish" userId="af50c098-07d3-4545-ad93-15c24b849386" providerId="ADAL" clId="{B575728E-D61F-49E0-BC8E-8DC5242C7AE2}" dt="2026-03-09T03:56:11.493" v="437" actId="1076"/>
          <ac:picMkLst>
            <pc:docMk/>
            <pc:sldMk cId="1764206999" sldId="256"/>
            <ac:picMk id="5" creationId="{524F5E02-7CEC-3F65-26D4-09812CA9AA22}"/>
          </ac:picMkLst>
        </pc:picChg>
        <pc:picChg chg="add del mod modCrop">
          <ac:chgData name="Nair, Satish" userId="af50c098-07d3-4545-ad93-15c24b849386" providerId="ADAL" clId="{B575728E-D61F-49E0-BC8E-8DC5242C7AE2}" dt="2026-03-09T04:00:55.106" v="467" actId="478"/>
          <ac:picMkLst>
            <pc:docMk/>
            <pc:sldMk cId="1764206999" sldId="256"/>
            <ac:picMk id="6" creationId="{F613463C-EFD5-2762-9E80-75A24F2ED712}"/>
          </ac:picMkLst>
        </pc:picChg>
        <pc:picChg chg="add mod">
          <ac:chgData name="Nair, Satish" userId="af50c098-07d3-4545-ad93-15c24b849386" providerId="ADAL" clId="{B575728E-D61F-49E0-BC8E-8DC5242C7AE2}" dt="2026-03-09T03:39:08.739" v="71" actId="14100"/>
          <ac:picMkLst>
            <pc:docMk/>
            <pc:sldMk cId="1764206999" sldId="256"/>
            <ac:picMk id="1026" creationId="{50D8DEAE-2EC9-527F-AE32-B06638D4B226}"/>
          </ac:picMkLst>
        </pc:picChg>
        <pc:picChg chg="add mod">
          <ac:chgData name="Nair, Satish" userId="af50c098-07d3-4545-ad93-15c24b849386" providerId="ADAL" clId="{B575728E-D61F-49E0-BC8E-8DC5242C7AE2}" dt="2026-03-09T03:39:55.019" v="75" actId="14100"/>
          <ac:picMkLst>
            <pc:docMk/>
            <pc:sldMk cId="1764206999" sldId="256"/>
            <ac:picMk id="1028" creationId="{BB404637-FC4E-5A66-0B83-65B714A42D00}"/>
          </ac:picMkLst>
        </pc:picChg>
        <pc:cxnChg chg="mod">
          <ac:chgData name="Nair, Satish" userId="af50c098-07d3-4545-ad93-15c24b849386" providerId="ADAL" clId="{B575728E-D61F-49E0-BC8E-8DC5242C7AE2}" dt="2026-03-09T04:00:00.843" v="453"/>
          <ac:cxnSpMkLst>
            <pc:docMk/>
            <pc:sldMk cId="1764206999" sldId="256"/>
            <ac:cxnSpMk id="24" creationId="{E8F13589-4187-A9FD-4BB7-BD94BCCF1DB5}"/>
          </ac:cxnSpMkLst>
        </pc:cxnChg>
        <pc:cxnChg chg="mod">
          <ac:chgData name="Nair, Satish" userId="af50c098-07d3-4545-ad93-15c24b849386" providerId="ADAL" clId="{B575728E-D61F-49E0-BC8E-8DC5242C7AE2}" dt="2026-03-09T04:01:55.012" v="470" actId="478"/>
          <ac:cxnSpMkLst>
            <pc:docMk/>
            <pc:sldMk cId="1764206999" sldId="256"/>
            <ac:cxnSpMk id="35" creationId="{88161150-01C5-632A-499C-904A0D470DB5}"/>
          </ac:cxnSpMkLst>
        </pc:cxnChg>
        <pc:cxnChg chg="mod">
          <ac:chgData name="Nair, Satish" userId="af50c098-07d3-4545-ad93-15c24b849386" providerId="ADAL" clId="{B575728E-D61F-49E0-BC8E-8DC5242C7AE2}" dt="2026-03-09T04:01:55.012" v="470" actId="478"/>
          <ac:cxnSpMkLst>
            <pc:docMk/>
            <pc:sldMk cId="1764206999" sldId="256"/>
            <ac:cxnSpMk id="40" creationId="{E16AAA7C-DC30-1B0C-2EF8-5A2B323202DF}"/>
          </ac:cxnSpMkLst>
        </pc:cxnChg>
        <pc:cxnChg chg="mod">
          <ac:chgData name="Nair, Satish" userId="af50c098-07d3-4545-ad93-15c24b849386" providerId="ADAL" clId="{B575728E-D61F-49E0-BC8E-8DC5242C7AE2}" dt="2026-03-09T04:01:30.952" v="468"/>
          <ac:cxnSpMkLst>
            <pc:docMk/>
            <pc:sldMk cId="1764206999" sldId="256"/>
            <ac:cxnSpMk id="45" creationId="{EA9DC7FC-088A-4DE0-3004-270115749328}"/>
          </ac:cxnSpMkLst>
        </pc:cxnChg>
      </pc:sldChg>
      <pc:sldChg chg="addSp delSp modSp add mod">
        <pc:chgData name="Nair, Satish" userId="af50c098-07d3-4545-ad93-15c24b849386" providerId="ADAL" clId="{B575728E-D61F-49E0-BC8E-8DC5242C7AE2}" dt="2026-03-09T05:21:58.946" v="780" actId="1076"/>
        <pc:sldMkLst>
          <pc:docMk/>
          <pc:sldMk cId="1400458227" sldId="257"/>
        </pc:sldMkLst>
        <pc:spChg chg="mod">
          <ac:chgData name="Nair, Satish" userId="af50c098-07d3-4545-ad93-15c24b849386" providerId="ADAL" clId="{B575728E-D61F-49E0-BC8E-8DC5242C7AE2}" dt="2026-03-09T04:12:54.799" v="718" actId="20577"/>
          <ac:spMkLst>
            <pc:docMk/>
            <pc:sldMk cId="1400458227" sldId="257"/>
            <ac:spMk id="4" creationId="{57B7E94E-D504-0D83-9828-0FD6A0C034C0}"/>
          </ac:spMkLst>
        </pc:spChg>
        <pc:spChg chg="del">
          <ac:chgData name="Nair, Satish" userId="af50c098-07d3-4545-ad93-15c24b849386" providerId="ADAL" clId="{B575728E-D61F-49E0-BC8E-8DC5242C7AE2}" dt="2026-03-09T04:05:00.719" v="487" actId="478"/>
          <ac:spMkLst>
            <pc:docMk/>
            <pc:sldMk cId="1400458227" sldId="257"/>
            <ac:spMk id="49" creationId="{EB5556B7-200F-D36F-9B63-E3EB8271F44F}"/>
          </ac:spMkLst>
        </pc:spChg>
        <pc:spChg chg="mod">
          <ac:chgData name="Nair, Satish" userId="af50c098-07d3-4545-ad93-15c24b849386" providerId="ADAL" clId="{B575728E-D61F-49E0-BC8E-8DC5242C7AE2}" dt="2026-03-09T04:07:14.712" v="502"/>
          <ac:spMkLst>
            <pc:docMk/>
            <pc:sldMk cId="1400458227" sldId="257"/>
            <ac:spMk id="133" creationId="{673105DF-6EBC-2471-9846-D93E21BBCCC4}"/>
          </ac:spMkLst>
        </pc:spChg>
        <pc:spChg chg="mod">
          <ac:chgData name="Nair, Satish" userId="af50c098-07d3-4545-ad93-15c24b849386" providerId="ADAL" clId="{B575728E-D61F-49E0-BC8E-8DC5242C7AE2}" dt="2026-03-09T04:07:14.712" v="502"/>
          <ac:spMkLst>
            <pc:docMk/>
            <pc:sldMk cId="1400458227" sldId="257"/>
            <ac:spMk id="134" creationId="{393BA59C-08EB-3169-E7F3-41AB2F501207}"/>
          </ac:spMkLst>
        </pc:spChg>
        <pc:spChg chg="mod">
          <ac:chgData name="Nair, Satish" userId="af50c098-07d3-4545-ad93-15c24b849386" providerId="ADAL" clId="{B575728E-D61F-49E0-BC8E-8DC5242C7AE2}" dt="2026-03-09T04:07:14.712" v="502"/>
          <ac:spMkLst>
            <pc:docMk/>
            <pc:sldMk cId="1400458227" sldId="257"/>
            <ac:spMk id="135" creationId="{ACD50D68-6BC9-63AA-31E3-5EC1553C8C6D}"/>
          </ac:spMkLst>
        </pc:spChg>
        <pc:spChg chg="mod">
          <ac:chgData name="Nair, Satish" userId="af50c098-07d3-4545-ad93-15c24b849386" providerId="ADAL" clId="{B575728E-D61F-49E0-BC8E-8DC5242C7AE2}" dt="2026-03-09T04:07:14.712" v="502"/>
          <ac:spMkLst>
            <pc:docMk/>
            <pc:sldMk cId="1400458227" sldId="257"/>
            <ac:spMk id="136" creationId="{CFA9C6F4-08AB-ED01-40DD-875DDB65A941}"/>
          </ac:spMkLst>
        </pc:spChg>
        <pc:grpChg chg="add del mod ord">
          <ac:chgData name="Nair, Satish" userId="af50c098-07d3-4545-ad93-15c24b849386" providerId="ADAL" clId="{B575728E-D61F-49E0-BC8E-8DC5242C7AE2}" dt="2026-03-09T04:08:01.121" v="504" actId="478"/>
          <ac:grpSpMkLst>
            <pc:docMk/>
            <pc:sldMk cId="1400458227" sldId="257"/>
            <ac:grpSpMk id="2" creationId="{A60A11A7-9B27-7EC2-2F1B-F546A161DF3E}"/>
          </ac:grpSpMkLst>
        </pc:grpChg>
        <pc:grpChg chg="del">
          <ac:chgData name="Nair, Satish" userId="af50c098-07d3-4545-ad93-15c24b849386" providerId="ADAL" clId="{B575728E-D61F-49E0-BC8E-8DC5242C7AE2}" dt="2026-03-09T04:03:29.613" v="482" actId="478"/>
          <ac:grpSpMkLst>
            <pc:docMk/>
            <pc:sldMk cId="1400458227" sldId="257"/>
            <ac:grpSpMk id="28" creationId="{465C87B4-2BE9-D653-7E5C-E1E4BE506E09}"/>
          </ac:grpSpMkLst>
        </pc:grpChg>
        <pc:grpChg chg="mod">
          <ac:chgData name="Nair, Satish" userId="af50c098-07d3-4545-ad93-15c24b849386" providerId="ADAL" clId="{B575728E-D61F-49E0-BC8E-8DC5242C7AE2}" dt="2026-03-09T04:07:14.712" v="502"/>
          <ac:grpSpMkLst>
            <pc:docMk/>
            <pc:sldMk cId="1400458227" sldId="257"/>
            <ac:grpSpMk id="121" creationId="{FF6158E6-0A01-A903-3F9C-7FA5705C0D8D}"/>
          </ac:grpSpMkLst>
        </pc:grpChg>
        <pc:picChg chg="add mod">
          <ac:chgData name="Nair, Satish" userId="af50c098-07d3-4545-ad93-15c24b849386" providerId="ADAL" clId="{B575728E-D61F-49E0-BC8E-8DC5242C7AE2}" dt="2026-03-09T05:21:58.946" v="780" actId="1076"/>
          <ac:picMkLst>
            <pc:docMk/>
            <pc:sldMk cId="1400458227" sldId="257"/>
            <ac:picMk id="2" creationId="{31E250D9-2053-D63C-D54F-8C6AE358FB1D}"/>
          </ac:picMkLst>
        </pc:picChg>
        <pc:picChg chg="del">
          <ac:chgData name="Nair, Satish" userId="af50c098-07d3-4545-ad93-15c24b849386" providerId="ADAL" clId="{B575728E-D61F-49E0-BC8E-8DC5242C7AE2}" dt="2026-03-09T04:03:28.471" v="481" actId="478"/>
          <ac:picMkLst>
            <pc:docMk/>
            <pc:sldMk cId="1400458227" sldId="257"/>
            <ac:picMk id="5" creationId="{EAD35B35-AF55-D086-4F05-9835DE871CC3}"/>
          </ac:picMkLst>
        </pc:picChg>
        <pc:picChg chg="add del mod modCrop">
          <ac:chgData name="Nair, Satish" userId="af50c098-07d3-4545-ad93-15c24b849386" providerId="ADAL" clId="{B575728E-D61F-49E0-BC8E-8DC5242C7AE2}" dt="2026-03-09T05:21:25.976" v="778" actId="478"/>
          <ac:picMkLst>
            <pc:docMk/>
            <pc:sldMk cId="1400458227" sldId="257"/>
            <ac:picMk id="139" creationId="{CEE8B586-DABE-3652-0E85-93BB633B5530}"/>
          </ac:picMkLst>
        </pc:picChg>
        <pc:inkChg chg="mod">
          <ac:chgData name="Nair, Satish" userId="af50c098-07d3-4545-ad93-15c24b849386" providerId="ADAL" clId="{B575728E-D61F-49E0-BC8E-8DC5242C7AE2}" dt="2026-03-09T04:07:14.712" v="502"/>
          <ac:inkMkLst>
            <pc:docMk/>
            <pc:sldMk cId="1400458227" sldId="257"/>
            <ac:inkMk id="59" creationId="{F6390A82-B18D-7752-5ECB-B51DC4200091}"/>
          </ac:inkMkLst>
        </pc:inkChg>
        <pc:inkChg chg="mod">
          <ac:chgData name="Nair, Satish" userId="af50c098-07d3-4545-ad93-15c24b849386" providerId="ADAL" clId="{B575728E-D61F-49E0-BC8E-8DC5242C7AE2}" dt="2026-03-09T04:07:14.712" v="502"/>
          <ac:inkMkLst>
            <pc:docMk/>
            <pc:sldMk cId="1400458227" sldId="257"/>
            <ac:inkMk id="61" creationId="{DA2B474F-D63B-CB86-9DA7-F2B1C8415AEB}"/>
          </ac:inkMkLst>
        </pc:inkChg>
        <pc:inkChg chg="mod">
          <ac:chgData name="Nair, Satish" userId="af50c098-07d3-4545-ad93-15c24b849386" providerId="ADAL" clId="{B575728E-D61F-49E0-BC8E-8DC5242C7AE2}" dt="2026-03-09T04:07:14.712" v="502"/>
          <ac:inkMkLst>
            <pc:docMk/>
            <pc:sldMk cId="1400458227" sldId="257"/>
            <ac:inkMk id="84" creationId="{AF8FB7FE-4DD5-C10A-6F3E-C3D7FE1DEC7F}"/>
          </ac:inkMkLst>
        </pc:inkChg>
        <pc:inkChg chg="mod">
          <ac:chgData name="Nair, Satish" userId="af50c098-07d3-4545-ad93-15c24b849386" providerId="ADAL" clId="{B575728E-D61F-49E0-BC8E-8DC5242C7AE2}" dt="2026-03-09T04:07:14.712" v="502"/>
          <ac:inkMkLst>
            <pc:docMk/>
            <pc:sldMk cId="1400458227" sldId="257"/>
            <ac:inkMk id="114" creationId="{59263194-F98B-3972-3218-A4C382DBC200}"/>
          </ac:inkMkLst>
        </pc:inkChg>
        <pc:cxnChg chg="mod">
          <ac:chgData name="Nair, Satish" userId="af50c098-07d3-4545-ad93-15c24b849386" providerId="ADAL" clId="{B575728E-D61F-49E0-BC8E-8DC5242C7AE2}" dt="2026-03-09T04:03:29.613" v="482" actId="478"/>
          <ac:cxnSpMkLst>
            <pc:docMk/>
            <pc:sldMk cId="1400458227" sldId="257"/>
            <ac:cxnSpMk id="37" creationId="{2AFD8463-6BAD-2101-2CA3-137AB2E5AB7A}"/>
          </ac:cxnSpMkLst>
        </pc:cxnChg>
        <pc:cxnChg chg="mod">
          <ac:chgData name="Nair, Satish" userId="af50c098-07d3-4545-ad93-15c24b849386" providerId="ADAL" clId="{B575728E-D61F-49E0-BC8E-8DC5242C7AE2}" dt="2026-03-09T04:03:29.613" v="482" actId="478"/>
          <ac:cxnSpMkLst>
            <pc:docMk/>
            <pc:sldMk cId="1400458227" sldId="257"/>
            <ac:cxnSpMk id="38" creationId="{F25875CD-5CE3-1BAD-65D3-A9A828841F60}"/>
          </ac:cxnSpMkLst>
        </pc:cxnChg>
        <pc:cxnChg chg="mod">
          <ac:chgData name="Nair, Satish" userId="af50c098-07d3-4545-ad93-15c24b849386" providerId="ADAL" clId="{B575728E-D61F-49E0-BC8E-8DC5242C7AE2}" dt="2026-03-09T04:03:29.613" v="482" actId="478"/>
          <ac:cxnSpMkLst>
            <pc:docMk/>
            <pc:sldMk cId="1400458227" sldId="257"/>
            <ac:cxnSpMk id="39" creationId="{3FCDA873-55B4-E410-9C25-EC752104D491}"/>
          </ac:cxnSpMkLst>
        </pc:cxnChg>
      </pc:sldChg>
      <pc:sldChg chg="delSp modSp add mod">
        <pc:chgData name="Nair, Satish" userId="af50c098-07d3-4545-ad93-15c24b849386" providerId="ADAL" clId="{B575728E-D61F-49E0-BC8E-8DC5242C7AE2}" dt="2026-03-09T04:15:38.156" v="752" actId="14100"/>
        <pc:sldMkLst>
          <pc:docMk/>
          <pc:sldMk cId="3790124111" sldId="258"/>
        </pc:sldMkLst>
        <pc:spChg chg="mod">
          <ac:chgData name="Nair, Satish" userId="af50c098-07d3-4545-ad93-15c24b849386" providerId="ADAL" clId="{B575728E-D61F-49E0-BC8E-8DC5242C7AE2}" dt="2026-03-09T04:15:38.156" v="752" actId="14100"/>
          <ac:spMkLst>
            <pc:docMk/>
            <pc:sldMk cId="3790124111" sldId="258"/>
            <ac:spMk id="4" creationId="{3A4B6703-BB87-CC93-C44D-A0EA8FBF70C6}"/>
          </ac:spMkLst>
        </pc:spChg>
        <pc:picChg chg="del">
          <ac:chgData name="Nair, Satish" userId="af50c098-07d3-4545-ad93-15c24b849386" providerId="ADAL" clId="{B575728E-D61F-49E0-BC8E-8DC5242C7AE2}" dt="2026-03-09T04:13:46.777" v="720" actId="478"/>
          <ac:picMkLst>
            <pc:docMk/>
            <pc:sldMk cId="3790124111" sldId="258"/>
            <ac:picMk id="139" creationId="{9F0A0F79-15C1-85BA-11AF-EAEB2696D7FE}"/>
          </ac:picMkLst>
        </pc:picChg>
      </pc:sldChg>
      <pc:sldChg chg="addSp delSp modSp add mod">
        <pc:chgData name="Nair, Satish" userId="af50c098-07d3-4545-ad93-15c24b849386" providerId="ADAL" clId="{B575728E-D61F-49E0-BC8E-8DC5242C7AE2}" dt="2026-03-09T05:24:57.804" v="807" actId="1076"/>
        <pc:sldMkLst>
          <pc:docMk/>
          <pc:sldMk cId="3466701418" sldId="259"/>
        </pc:sldMkLst>
        <pc:spChg chg="mod">
          <ac:chgData name="Nair, Satish" userId="af50c098-07d3-4545-ad93-15c24b849386" providerId="ADAL" clId="{B575728E-D61F-49E0-BC8E-8DC5242C7AE2}" dt="2026-03-09T05:24:36.516" v="805" actId="20577"/>
          <ac:spMkLst>
            <pc:docMk/>
            <pc:sldMk cId="3466701418" sldId="259"/>
            <ac:spMk id="4" creationId="{57DC6B9D-836D-8F10-44A9-6C6C9022E382}"/>
          </ac:spMkLst>
        </pc:spChg>
        <pc:picChg chg="add del mod">
          <ac:chgData name="Nair, Satish" userId="af50c098-07d3-4545-ad93-15c24b849386" providerId="ADAL" clId="{B575728E-D61F-49E0-BC8E-8DC5242C7AE2}" dt="2026-03-09T05:22:19.796" v="781" actId="478"/>
          <ac:picMkLst>
            <pc:docMk/>
            <pc:sldMk cId="3466701418" sldId="259"/>
            <ac:picMk id="2" creationId="{9CECDA05-C915-88D7-0D78-D1F9434AF26A}"/>
          </ac:picMkLst>
        </pc:picChg>
        <pc:picChg chg="add mod">
          <ac:chgData name="Nair, Satish" userId="af50c098-07d3-4545-ad93-15c24b849386" providerId="ADAL" clId="{B575728E-D61F-49E0-BC8E-8DC5242C7AE2}" dt="2026-03-09T05:22:21.246" v="782"/>
          <ac:picMkLst>
            <pc:docMk/>
            <pc:sldMk cId="3466701418" sldId="259"/>
            <ac:picMk id="3" creationId="{1B255FCE-EC5E-6B46-76F6-D0059136EFF3}"/>
          </ac:picMkLst>
        </pc:picChg>
        <pc:picChg chg="add mod">
          <ac:chgData name="Nair, Satish" userId="af50c098-07d3-4545-ad93-15c24b849386" providerId="ADAL" clId="{B575728E-D61F-49E0-BC8E-8DC5242C7AE2}" dt="2026-03-09T05:24:57.804" v="807" actId="1076"/>
          <ac:picMkLst>
            <pc:docMk/>
            <pc:sldMk cId="3466701418" sldId="259"/>
            <ac:picMk id="5" creationId="{49F9AB5A-D88F-A14A-009D-FDEDD41823D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1BC25-E4D0-7EDF-CE1F-4B8DDCCAA5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C556AE-079E-25B5-E6D4-7EFE93828F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DAE12-89D4-2C01-C85B-2FB931553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75B0F-264E-4F4A-9FA0-BF2616282788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92D36B-E89B-2B2A-EA81-C2D8FE9F2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2B647-D4F0-0CBD-9FCD-6AA17D91A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CF24B-AFC1-4E9A-A5EA-281CA027E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132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2202F-860B-2A8C-6828-662DBF97C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6339E-6F0F-2AFC-EE0C-F6945D5B76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1EFB29-270D-657A-3555-232011A65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75B0F-264E-4F4A-9FA0-BF2616282788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07D7C0-8285-63EA-E0F9-F6A4B2A8C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CE4DBF-836E-9006-E9B8-37C5FA7AE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CF24B-AFC1-4E9A-A5EA-281CA027E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446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32449-E5D4-C801-9520-E077C448F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612A8A-B4A1-B128-9813-263FF59427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DA2B91-43EB-F8DE-3EAC-18E03AC5E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75B0F-264E-4F4A-9FA0-BF2616282788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41FD23-0821-B07E-2D22-4AF75E0C0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FD298-7808-47BB-C70F-8D15CC58F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CF24B-AFC1-4E9A-A5EA-281CA027E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31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49BF0-EFDF-C2E4-E77E-9E53B8C72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C2189-51E1-5DDD-EBF5-1D719F4255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122BAC-B11B-0870-41B2-659CE9A3EA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A0896F-6B39-A7B1-CF35-02285AB3A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75B0F-264E-4F4A-9FA0-BF2616282788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74AFDF-3661-3D13-1ADC-A764383B3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F5C7-8CD9-714A-1AA6-1DD93109D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CF24B-AFC1-4E9A-A5EA-281CA027E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401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75D81-C967-CC36-DA82-AFDA30DC6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EDA566-44E7-1A79-2A4C-C723C5C1C7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FDAB48-485E-6D7E-5F3A-D1B7668A0A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46E116-9EFE-8AF6-6A80-00CC1172E3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236710-6A60-9C82-8C03-7BBFE01CBF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254922-460A-6337-DE69-954D3F61D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75B0F-264E-4F4A-9FA0-BF2616282788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28447E-CC2F-BCA7-ED21-0B63289EB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6FCA31-7DC7-B80C-8196-CCB2CF491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CF24B-AFC1-4E9A-A5EA-281CA027E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52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AB1B0-D5A6-A083-E837-E343ECC41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132E81-651C-A081-C36A-2C102D216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75B0F-264E-4F4A-9FA0-BF2616282788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53045E-365F-2897-8F60-C6B974364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BD3BB0-96C4-B03D-F658-6D7D42CA5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CF24B-AFC1-4E9A-A5EA-281CA027E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645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6E5BB2-789D-A963-4374-BD1B26C5D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75B0F-264E-4F4A-9FA0-BF2616282788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F2CAC2-E085-78CE-7BE5-446BBBBA1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B80DC7-119B-88A3-3125-832447629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CF24B-AFC1-4E9A-A5EA-281CA027E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457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E6FD8-043D-1271-4FD8-B1CC2D1D6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99759-6CC6-2C30-BBEB-83CBAFDFF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EE585A-4571-F1F0-0499-463A980C51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4DA0A2-94D4-C7CC-9F5B-C36F4FCA1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75B0F-264E-4F4A-9FA0-BF2616282788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B58BA8-F8B8-83F6-1301-234DB02E7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0E65DE-7BFA-DA62-9B84-8E03D965E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CF24B-AFC1-4E9A-A5EA-281CA027E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513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5AAAD-1FCE-F895-EDB7-8E1238A0C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9F2322-C6E1-E87D-6BDC-D6DADC386A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02B28A-F013-0E17-E011-CF725AF646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9EC82A-8E7D-0DE8-B45F-253D93F29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75B0F-264E-4F4A-9FA0-BF2616282788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ED65E2-C35A-72A7-05F7-F621C2B21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419BAF-C86F-A3EE-B32E-8E5B045E4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CF24B-AFC1-4E9A-A5EA-281CA027E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334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5407E-A242-1C2E-7DD7-C767D9440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A46C6D-C9C6-4563-9F83-E06DF7D784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F1774B-8B86-278A-7EF8-B4157B05C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75B0F-264E-4F4A-9FA0-BF2616282788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DF2AAB-D0B7-DB24-5F3F-5DDA932F4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0B039D-7797-567B-51AE-A783FB654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CF24B-AFC1-4E9A-A5EA-281CA027E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60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02D9F8-9453-27F4-4665-3C6C06F094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8DE82A-43C4-24B7-90BD-0BE9C2872C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B4BCC4-F4E7-7368-2BE5-563E46805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75B0F-264E-4F4A-9FA0-BF2616282788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64B331-FF8D-F00B-EC01-08E191BC7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B1F4EB-8993-02EE-E725-E439A6103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CF24B-AFC1-4E9A-A5EA-281CA027E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778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389E9D-406E-AED0-62E1-1D3E976FA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C5FCEC-69C0-040D-78F3-D9F581A547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8F6A3-D9C5-1FFB-3440-535EC453C7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475B0F-264E-4F4A-9FA0-BF2616282788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638BA6-5EC0-D741-9EBC-77C5601AEC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93ED57-03D5-A76D-A2B4-C89354A474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2CF24B-AFC1-4E9A-A5EA-281CA027E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556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0B1748E-1251-FBC2-DAD5-783A4BA8FD4D}"/>
              </a:ext>
            </a:extLst>
          </p:cNvPr>
          <p:cNvSpPr txBox="1"/>
          <p:nvPr/>
        </p:nvSpPr>
        <p:spPr>
          <a:xfrm>
            <a:off x="566442" y="151179"/>
            <a:ext cx="10794775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			</a:t>
            </a:r>
            <a:r>
              <a:rPr lang="en-US" b="1" dirty="0">
                <a:solidFill>
                  <a:srgbClr val="0070C0"/>
                </a:solidFill>
              </a:rPr>
              <a:t>A. BIOLOGICAL STRUCTURE OF A NEURON</a:t>
            </a:r>
          </a:p>
          <a:p>
            <a:endParaRPr lang="en-US" dirty="0"/>
          </a:p>
          <a:p>
            <a:r>
              <a:rPr lang="en-US" sz="1600" b="1" dirty="0"/>
              <a:t>A1. What Is a Neuron? — A Biological Cell With Special Morphology</a:t>
            </a:r>
            <a:br>
              <a:rPr lang="en-US" sz="1600" dirty="0"/>
            </a:br>
            <a:r>
              <a:rPr lang="en-US" sz="1600" dirty="0"/>
              <a:t>A neuron is a single eukaryotic cell with a nucleus, cytoplasm, organelles </a:t>
            </a:r>
          </a:p>
          <a:p>
            <a:r>
              <a:rPr lang="en-US" sz="1600" dirty="0"/>
              <a:t>and a plasma membrane. Specialized morphology – compact soma with long </a:t>
            </a:r>
          </a:p>
          <a:p>
            <a:r>
              <a:rPr lang="en-US" sz="1600" dirty="0"/>
              <a:t>processes for long‑distance communication and complex connectivity.</a:t>
            </a:r>
          </a:p>
          <a:p>
            <a:r>
              <a:rPr lang="en-US" sz="1600" b="1" dirty="0"/>
              <a:t>Self‑learning prompt: </a:t>
            </a:r>
            <a:r>
              <a:rPr lang="en-US" sz="1600" dirty="0"/>
              <a:t>“Explain the biological structure and functions of </a:t>
            </a:r>
          </a:p>
          <a:p>
            <a:r>
              <a:rPr lang="en-US" sz="1600" dirty="0"/>
              <a:t>soma, dendrites, and axon. Include cytoskeleton roles (microtubules, actin, </a:t>
            </a:r>
          </a:p>
          <a:p>
            <a:r>
              <a:rPr lang="en-US" sz="1600" dirty="0"/>
              <a:t>neurofilaments) and intracellular transport (kinesin/dynein) in everyday</a:t>
            </a:r>
          </a:p>
          <a:p>
            <a:r>
              <a:rPr lang="en-US" sz="1600" dirty="0"/>
              <a:t>neuronal maintenance—no electrophysiology.”</a:t>
            </a:r>
            <a:br>
              <a:rPr lang="en-US" sz="1600" dirty="0"/>
            </a:br>
            <a:endParaRPr lang="en-US" sz="1600" dirty="0"/>
          </a:p>
          <a:p>
            <a:r>
              <a:rPr lang="en-US" sz="1600" b="1" dirty="0"/>
              <a:t>A2. The Three Major Regions for signaling - Soma, Dendrites, Axon</a:t>
            </a:r>
            <a:endParaRPr lang="en-US" sz="1600" dirty="0"/>
          </a:p>
          <a:p>
            <a:pPr lvl="0"/>
            <a:r>
              <a:rPr lang="en-US" sz="1600" b="1" dirty="0"/>
              <a:t>Soma:</a:t>
            </a:r>
            <a:r>
              <a:rPr lang="en-US" sz="1600" dirty="0"/>
              <a:t> Houses the nucleus and core biosynthetic machinery.</a:t>
            </a:r>
          </a:p>
          <a:p>
            <a:pPr lvl="0"/>
            <a:r>
              <a:rPr lang="en-US" sz="1600" b="1" dirty="0"/>
              <a:t>Dendrites:</a:t>
            </a:r>
            <a:r>
              <a:rPr lang="en-US" sz="1600" dirty="0"/>
              <a:t> Branched extensions that receive inputs at synapses.</a:t>
            </a:r>
          </a:p>
          <a:p>
            <a:pPr lvl="0"/>
            <a:r>
              <a:rPr lang="en-US" sz="1600" b="1" dirty="0"/>
              <a:t>Axon:</a:t>
            </a:r>
            <a:r>
              <a:rPr lang="en-US" sz="1600" dirty="0"/>
              <a:t> Long projection that delivers outputs to targets at terminals.</a:t>
            </a:r>
          </a:p>
          <a:p>
            <a:r>
              <a:rPr lang="en-US" sz="1600" b="1" dirty="0"/>
              <a:t>Self‑learning prompt: </a:t>
            </a:r>
            <a:r>
              <a:rPr lang="en-US" sz="1600" dirty="0"/>
              <a:t>Now describe the neuron in terms of the </a:t>
            </a:r>
          </a:p>
          <a:p>
            <a:r>
              <a:rPr lang="en-US" sz="1600" dirty="0"/>
              <a:t>Function of communication. List the key components involved in </a:t>
            </a:r>
          </a:p>
          <a:p>
            <a:r>
              <a:rPr lang="en-US" sz="1600" dirty="0"/>
              <a:t>electrical communication, and their roles.</a:t>
            </a:r>
            <a:endParaRPr lang="en-US" sz="1600" b="1" dirty="0"/>
          </a:p>
          <a:p>
            <a:endParaRPr lang="en-US" sz="1600" dirty="0"/>
          </a:p>
          <a:p>
            <a:r>
              <a:rPr lang="en-US" sz="1600" b="1" dirty="0"/>
              <a:t>A3. Simplifying the Soma - Treating It as a Sphere</a:t>
            </a:r>
            <a:br>
              <a:rPr lang="en-US" sz="1600" dirty="0"/>
            </a:br>
            <a:r>
              <a:rPr lang="en-US" sz="1600" dirty="0"/>
              <a:t>For introductory reasoning, we often </a:t>
            </a:r>
            <a:r>
              <a:rPr lang="en-US" sz="1600" b="1" dirty="0"/>
              <a:t>approximate the soma as a sphere</a:t>
            </a:r>
            <a:r>
              <a:rPr lang="en-US" sz="1600" dirty="0"/>
              <a:t>. Real somas vary by cell type, but the spherical simplification helps keep attention on membrane and internal/external composition before adding complexity.</a:t>
            </a:r>
          </a:p>
          <a:p>
            <a:r>
              <a:rPr lang="en-US" sz="1600" b="1" dirty="0"/>
              <a:t>Self‑learning prompt: </a:t>
            </a:r>
            <a:r>
              <a:rPr lang="en-US" sz="1600" dirty="0"/>
              <a:t>Explain when and why biologists approximate the soma as spherical. Give two benefits and two limitations of this simplification in early learning (e.g., area/volume intuition, ignoring irregular surfaces).</a:t>
            </a:r>
            <a:br>
              <a:rPr lang="en-US" sz="1600" dirty="0"/>
            </a:br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4F5E02-7CEC-3F65-26D4-09812CA9AA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00"/>
          <a:stretch>
            <a:fillRect/>
          </a:stretch>
        </p:blipFill>
        <p:spPr bwMode="auto">
          <a:xfrm>
            <a:off x="7666820" y="671640"/>
            <a:ext cx="4042355" cy="24975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E773B030-03FB-FE6E-DC4E-4E37D3E8CA5B}"/>
              </a:ext>
            </a:extLst>
          </p:cNvPr>
          <p:cNvGrpSpPr/>
          <p:nvPr/>
        </p:nvGrpSpPr>
        <p:grpSpPr>
          <a:xfrm>
            <a:off x="7196020" y="3273592"/>
            <a:ext cx="1905392" cy="1665875"/>
            <a:chOff x="531552" y="672367"/>
            <a:chExt cx="1905392" cy="1665875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B7D8A29B-0219-678B-0CC5-A261B92F6CAD}"/>
                </a:ext>
              </a:extLst>
            </p:cNvPr>
            <p:cNvGrpSpPr/>
            <p:nvPr/>
          </p:nvGrpSpPr>
          <p:grpSpPr>
            <a:xfrm>
              <a:off x="531552" y="1003987"/>
              <a:ext cx="653161" cy="243560"/>
              <a:chOff x="1530000" y="1215175"/>
              <a:chExt cx="1191611" cy="464100"/>
            </a:xfrm>
          </p:grpSpPr>
          <p:cxnSp>
            <p:nvCxnSpPr>
              <p:cNvPr id="43" name="Google Shape;73;p16">
                <a:extLst>
                  <a:ext uri="{FF2B5EF4-FFF2-40B4-BE49-F238E27FC236}">
                    <a16:creationId xmlns:a16="http://schemas.microsoft.com/office/drawing/2014/main" id="{456A80ED-AC0E-042F-7CA6-AB8D07EFE613}"/>
                  </a:ext>
                </a:extLst>
              </p:cNvPr>
              <p:cNvCxnSpPr/>
              <p:nvPr/>
            </p:nvCxnSpPr>
            <p:spPr>
              <a:xfrm>
                <a:off x="1530000" y="1215175"/>
                <a:ext cx="19500" cy="464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" name="Google Shape;74;p16">
                <a:extLst>
                  <a:ext uri="{FF2B5EF4-FFF2-40B4-BE49-F238E27FC236}">
                    <a16:creationId xmlns:a16="http://schemas.microsoft.com/office/drawing/2014/main" id="{51EB0B33-3819-065E-F9F3-A899372D4339}"/>
                  </a:ext>
                </a:extLst>
              </p:cNvPr>
              <p:cNvCxnSpPr/>
              <p:nvPr/>
            </p:nvCxnSpPr>
            <p:spPr>
              <a:xfrm>
                <a:off x="1769290" y="1215175"/>
                <a:ext cx="19500" cy="464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" name="Google Shape;75;p16">
                <a:extLst>
                  <a:ext uri="{FF2B5EF4-FFF2-40B4-BE49-F238E27FC236}">
                    <a16:creationId xmlns:a16="http://schemas.microsoft.com/office/drawing/2014/main" id="{EA9DC7FC-088A-4DE0-3004-270115749328}"/>
                  </a:ext>
                </a:extLst>
              </p:cNvPr>
              <p:cNvCxnSpPr/>
              <p:nvPr/>
            </p:nvCxnSpPr>
            <p:spPr>
              <a:xfrm>
                <a:off x="1998844" y="1215175"/>
                <a:ext cx="19500" cy="464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" name="Google Shape;76;p16">
                <a:extLst>
                  <a:ext uri="{FF2B5EF4-FFF2-40B4-BE49-F238E27FC236}">
                    <a16:creationId xmlns:a16="http://schemas.microsoft.com/office/drawing/2014/main" id="{E2795942-2F3D-EFF2-4966-20C36C33A3FF}"/>
                  </a:ext>
                </a:extLst>
              </p:cNvPr>
              <p:cNvCxnSpPr/>
              <p:nvPr/>
            </p:nvCxnSpPr>
            <p:spPr>
              <a:xfrm>
                <a:off x="2233267" y="1215175"/>
                <a:ext cx="19500" cy="464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7" name="Google Shape;77;p16">
                <a:extLst>
                  <a:ext uri="{FF2B5EF4-FFF2-40B4-BE49-F238E27FC236}">
                    <a16:creationId xmlns:a16="http://schemas.microsoft.com/office/drawing/2014/main" id="{EECC2730-AE06-8DDA-E2BD-56D221F143C8}"/>
                  </a:ext>
                </a:extLst>
              </p:cNvPr>
              <p:cNvCxnSpPr/>
              <p:nvPr/>
            </p:nvCxnSpPr>
            <p:spPr>
              <a:xfrm>
                <a:off x="2467689" y="1215175"/>
                <a:ext cx="19500" cy="464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" name="Google Shape;78;p16">
                <a:extLst>
                  <a:ext uri="{FF2B5EF4-FFF2-40B4-BE49-F238E27FC236}">
                    <a16:creationId xmlns:a16="http://schemas.microsoft.com/office/drawing/2014/main" id="{00B91BCD-A68B-94D0-27EF-CADB2AD78EB8}"/>
                  </a:ext>
                </a:extLst>
              </p:cNvPr>
              <p:cNvCxnSpPr/>
              <p:nvPr/>
            </p:nvCxnSpPr>
            <p:spPr>
              <a:xfrm>
                <a:off x="2702111" y="1215175"/>
                <a:ext cx="19500" cy="464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DFC5BAA0-8FEF-EEE0-3890-8933CD8925EB}"/>
                </a:ext>
              </a:extLst>
            </p:cNvPr>
            <p:cNvGrpSpPr/>
            <p:nvPr/>
          </p:nvGrpSpPr>
          <p:grpSpPr>
            <a:xfrm>
              <a:off x="1301120" y="919283"/>
              <a:ext cx="754188" cy="1418959"/>
              <a:chOff x="3538847" y="969527"/>
              <a:chExt cx="1358734" cy="1880415"/>
            </a:xfrm>
          </p:grpSpPr>
          <p:cxnSp>
            <p:nvCxnSpPr>
              <p:cNvPr id="33" name="Google Shape;79;p16">
                <a:extLst>
                  <a:ext uri="{FF2B5EF4-FFF2-40B4-BE49-F238E27FC236}">
                    <a16:creationId xmlns:a16="http://schemas.microsoft.com/office/drawing/2014/main" id="{D0792B92-E22C-85C4-2D68-5EEE80F28B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38847" y="1287037"/>
                <a:ext cx="749262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35" name="Google Shape;82;p16">
                <a:extLst>
                  <a:ext uri="{FF2B5EF4-FFF2-40B4-BE49-F238E27FC236}">
                    <a16:creationId xmlns:a16="http://schemas.microsoft.com/office/drawing/2014/main" id="{88161150-01C5-632A-499C-904A0D470DB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877127" y="969527"/>
                <a:ext cx="20454" cy="488448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36" name="Google Shape;83;p16">
                <a:extLst>
                  <a:ext uri="{FF2B5EF4-FFF2-40B4-BE49-F238E27FC236}">
                    <a16:creationId xmlns:a16="http://schemas.microsoft.com/office/drawing/2014/main" id="{101A04E8-4426-A14D-3AFF-E5DDC996C33A}"/>
                  </a:ext>
                </a:extLst>
              </p:cNvPr>
              <p:cNvGrpSpPr/>
              <p:nvPr/>
            </p:nvGrpSpPr>
            <p:grpSpPr>
              <a:xfrm>
                <a:off x="4262160" y="1216563"/>
                <a:ext cx="384561" cy="175055"/>
                <a:chOff x="2954925" y="2083200"/>
                <a:chExt cx="1982275" cy="687300"/>
              </a:xfrm>
            </p:grpSpPr>
            <p:sp>
              <p:nvSpPr>
                <p:cNvPr id="41" name="Google Shape;84;p16">
                  <a:extLst>
                    <a:ext uri="{FF2B5EF4-FFF2-40B4-BE49-F238E27FC236}">
                      <a16:creationId xmlns:a16="http://schemas.microsoft.com/office/drawing/2014/main" id="{DD98FA9F-1EFD-530F-569D-7EB4577F8C74}"/>
                    </a:ext>
                  </a:extLst>
                </p:cNvPr>
                <p:cNvSpPr/>
                <p:nvPr/>
              </p:nvSpPr>
              <p:spPr>
                <a:xfrm flipH="1">
                  <a:off x="2954925" y="2083200"/>
                  <a:ext cx="753900" cy="687300"/>
                </a:xfrm>
                <a:prstGeom prst="flowChartDelay">
                  <a:avLst/>
                </a:prstGeom>
                <a:solidFill>
                  <a:schemeClr val="lt2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" name="Google Shape;85;p16">
                  <a:extLst>
                    <a:ext uri="{FF2B5EF4-FFF2-40B4-BE49-F238E27FC236}">
                      <a16:creationId xmlns:a16="http://schemas.microsoft.com/office/drawing/2014/main" id="{453DD0A4-D10F-58DA-0040-3D1950364385}"/>
                    </a:ext>
                  </a:extLst>
                </p:cNvPr>
                <p:cNvSpPr/>
                <p:nvPr/>
              </p:nvSpPr>
              <p:spPr>
                <a:xfrm>
                  <a:off x="4183300" y="2083200"/>
                  <a:ext cx="753900" cy="687300"/>
                </a:xfrm>
                <a:prstGeom prst="flowChartDelay">
                  <a:avLst/>
                </a:prstGeom>
                <a:solidFill>
                  <a:schemeClr val="lt2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cxnSp>
            <p:nvCxnSpPr>
              <p:cNvPr id="37" name="Google Shape;86;p16">
                <a:extLst>
                  <a:ext uri="{FF2B5EF4-FFF2-40B4-BE49-F238E27FC236}">
                    <a16:creationId xmlns:a16="http://schemas.microsoft.com/office/drawing/2014/main" id="{B1321F52-5E77-C599-7E27-D3D23D7D7A28}"/>
                  </a:ext>
                </a:extLst>
              </p:cNvPr>
              <p:cNvCxnSpPr>
                <a:stCxn id="42" idx="3"/>
                <a:endCxn id="42" idx="3"/>
              </p:cNvCxnSpPr>
              <p:nvPr/>
            </p:nvCxnSpPr>
            <p:spPr>
              <a:xfrm>
                <a:off x="4646721" y="1304091"/>
                <a:ext cx="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" name="Google Shape;87;p16">
                <a:extLst>
                  <a:ext uri="{FF2B5EF4-FFF2-40B4-BE49-F238E27FC236}">
                    <a16:creationId xmlns:a16="http://schemas.microsoft.com/office/drawing/2014/main" id="{1FBE5CB6-8068-8946-2571-4D112E6CC9B1}"/>
                  </a:ext>
                </a:extLst>
              </p:cNvPr>
              <p:cNvCxnSpPr>
                <a:stCxn id="42" idx="3"/>
                <a:endCxn id="42" idx="3"/>
              </p:cNvCxnSpPr>
              <p:nvPr/>
            </p:nvCxnSpPr>
            <p:spPr>
              <a:xfrm>
                <a:off x="4646721" y="1304091"/>
                <a:ext cx="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" name="Google Shape;88;p16">
                <a:extLst>
                  <a:ext uri="{FF2B5EF4-FFF2-40B4-BE49-F238E27FC236}">
                    <a16:creationId xmlns:a16="http://schemas.microsoft.com/office/drawing/2014/main" id="{05F83C33-C8A9-73F2-8192-455A4054270C}"/>
                  </a:ext>
                </a:extLst>
              </p:cNvPr>
              <p:cNvCxnSpPr>
                <a:stCxn id="42" idx="3"/>
              </p:cNvCxnSpPr>
              <p:nvPr/>
            </p:nvCxnSpPr>
            <p:spPr>
              <a:xfrm>
                <a:off x="4646721" y="1304091"/>
                <a:ext cx="228300" cy="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0" name="Google Shape;98;p16">
                <a:extLst>
                  <a:ext uri="{FF2B5EF4-FFF2-40B4-BE49-F238E27FC236}">
                    <a16:creationId xmlns:a16="http://schemas.microsoft.com/office/drawing/2014/main" id="{E16AAA7C-DC30-1B0C-2EF8-5A2B323202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77128" y="1893275"/>
                <a:ext cx="0" cy="956667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lg" len="lg"/>
              </a:ln>
            </p:spPr>
          </p:cxn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9A5B504-9D61-F923-F645-FFF9E89182A0}"/>
                </a:ext>
              </a:extLst>
            </p:cNvPr>
            <p:cNvSpPr txBox="1"/>
            <p:nvPr/>
          </p:nvSpPr>
          <p:spPr>
            <a:xfrm>
              <a:off x="608824" y="1278927"/>
              <a:ext cx="8269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Tone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93B2937A-D787-91D2-C277-44726B4681AB}"/>
                </a:ext>
              </a:extLst>
            </p:cNvPr>
            <p:cNvSpPr/>
            <p:nvPr/>
          </p:nvSpPr>
          <p:spPr>
            <a:xfrm>
              <a:off x="1544627" y="672367"/>
              <a:ext cx="892317" cy="1187473"/>
            </a:xfrm>
            <a:prstGeom prst="ellipse">
              <a:avLst/>
            </a:prstGeom>
            <a:noFill/>
            <a:ln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9" name="Oval 48">
            <a:extLst>
              <a:ext uri="{FF2B5EF4-FFF2-40B4-BE49-F238E27FC236}">
                <a16:creationId xmlns:a16="http://schemas.microsoft.com/office/drawing/2014/main" id="{B678ABA9-97F5-D968-F89D-2DC5809A2784}"/>
              </a:ext>
            </a:extLst>
          </p:cNvPr>
          <p:cNvSpPr/>
          <p:nvPr/>
        </p:nvSpPr>
        <p:spPr>
          <a:xfrm>
            <a:off x="8534474" y="3880152"/>
            <a:ext cx="345559" cy="345711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4206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05E80-E63D-11F9-FC92-D87B80D50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7B7E94E-D504-0D83-9828-0FD6A0C034C0}"/>
              </a:ext>
            </a:extLst>
          </p:cNvPr>
          <p:cNvSpPr txBox="1"/>
          <p:nvPr/>
        </p:nvSpPr>
        <p:spPr>
          <a:xfrm>
            <a:off x="267037" y="256376"/>
            <a:ext cx="11215561" cy="670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A4. The Cell Membrane — Phospholipid Bilayer (Structure Only)</a:t>
            </a:r>
            <a:br>
              <a:rPr lang="en-US" dirty="0"/>
            </a:br>
            <a:r>
              <a:rPr lang="en-US" dirty="0"/>
              <a:t>The neuronal plasma membrane is a </a:t>
            </a:r>
            <a:r>
              <a:rPr lang="en-US" b="1" dirty="0"/>
              <a:t>phospholipid bilayer</a:t>
            </a:r>
            <a:r>
              <a:rPr lang="en-US" dirty="0"/>
              <a:t> that forms a semi‑permeable boundary. </a:t>
            </a:r>
            <a:r>
              <a:rPr lang="en-US" b="1" dirty="0"/>
              <a:t>Integral and peripheral proteins</a:t>
            </a:r>
            <a:r>
              <a:rPr lang="en-US" dirty="0"/>
              <a:t> are embedded or associated</a:t>
            </a:r>
          </a:p>
          <a:p>
            <a:r>
              <a:rPr lang="en-US" dirty="0"/>
              <a:t>with it, enabling selective interaction with the environment.</a:t>
            </a:r>
          </a:p>
          <a:p>
            <a:r>
              <a:rPr lang="en-US" b="1" dirty="0"/>
              <a:t>Self‑learning prompt: </a:t>
            </a:r>
            <a:r>
              <a:rPr lang="en-US" dirty="0"/>
              <a:t>Describe neuronal plasma membrane</a:t>
            </a:r>
          </a:p>
          <a:p>
            <a:r>
              <a:rPr lang="en-US" dirty="0"/>
              <a:t>as a biological structure in detail without electrical terms.</a:t>
            </a:r>
          </a:p>
          <a:p>
            <a:endParaRPr lang="en-US" dirty="0"/>
          </a:p>
          <a:p>
            <a:r>
              <a:rPr lang="en-US" b="1" dirty="0"/>
              <a:t>A5. Membrane Proteins - Channels, Pumps, Transporters, </a:t>
            </a:r>
          </a:p>
          <a:p>
            <a:r>
              <a:rPr lang="en-US" b="1" dirty="0"/>
              <a:t>Receptors – what are they?</a:t>
            </a:r>
            <a:endParaRPr lang="en-US" dirty="0"/>
          </a:p>
          <a:p>
            <a:pPr lvl="0"/>
            <a:r>
              <a:rPr lang="en-US" b="1" dirty="0"/>
              <a:t>Ion channels:</a:t>
            </a:r>
            <a:r>
              <a:rPr lang="en-US" dirty="0"/>
              <a:t> Protein pores selective for specific ions.</a:t>
            </a:r>
          </a:p>
          <a:p>
            <a:pPr lvl="0"/>
            <a:r>
              <a:rPr lang="en-US" b="1" dirty="0"/>
              <a:t>Pumps (ATPases):</a:t>
            </a:r>
            <a:r>
              <a:rPr lang="en-US" dirty="0"/>
              <a:t> Use ATP to move ions </a:t>
            </a:r>
            <a:r>
              <a:rPr lang="en-US" b="1" dirty="0"/>
              <a:t>against</a:t>
            </a:r>
            <a:r>
              <a:rPr lang="en-US" dirty="0"/>
              <a:t> gradients.</a:t>
            </a:r>
          </a:p>
          <a:p>
            <a:pPr lvl="0"/>
            <a:r>
              <a:rPr lang="en-US" b="1" dirty="0"/>
              <a:t>Transporters/Exchangers:</a:t>
            </a:r>
            <a:r>
              <a:rPr lang="en-US" dirty="0"/>
              <a:t> Use gradients (secondary active transport).</a:t>
            </a:r>
          </a:p>
          <a:p>
            <a:pPr lvl="0"/>
            <a:r>
              <a:rPr lang="en-US" b="1" dirty="0"/>
              <a:t>Receptors:</a:t>
            </a:r>
            <a:r>
              <a:rPr lang="en-US" dirty="0"/>
              <a:t> Bind ligands (e.g., neurotransmitters) to trigger cellular responses.</a:t>
            </a:r>
          </a:p>
          <a:p>
            <a:r>
              <a:rPr lang="en-US" b="1" dirty="0"/>
              <a:t>Self‑learning prompt: </a:t>
            </a:r>
            <a:r>
              <a:rPr lang="en-US" dirty="0"/>
              <a:t>List ion channels, pumps, transporters/exchangers, and receptors. For each, give a 1–2 sentence biological role and an example subtype (e.g., Na⁺/K⁺‑ATPase, glutamate transporter, ligand‑gated receptor). Avoid any circuit discussion.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A6. Biologically Important Ions — Inside vs Outside</a:t>
            </a:r>
            <a:br>
              <a:rPr lang="en-US" dirty="0"/>
            </a:br>
            <a:r>
              <a:rPr lang="en-US" dirty="0"/>
              <a:t>Typical </a:t>
            </a:r>
            <a:r>
              <a:rPr lang="en-US" b="1" dirty="0"/>
              <a:t>asymmetries</a:t>
            </a:r>
            <a:r>
              <a:rPr lang="en-US" dirty="0"/>
              <a:t>: intracellular </a:t>
            </a:r>
            <a:r>
              <a:rPr lang="en-US" b="1" dirty="0"/>
              <a:t>K⁺</a:t>
            </a:r>
            <a:r>
              <a:rPr lang="en-US" dirty="0"/>
              <a:t> high; extracellular </a:t>
            </a:r>
            <a:r>
              <a:rPr lang="en-US" b="1" dirty="0"/>
              <a:t>Na⁺</a:t>
            </a:r>
            <a:r>
              <a:rPr lang="en-US" dirty="0"/>
              <a:t> and </a:t>
            </a:r>
            <a:r>
              <a:rPr lang="en-US" b="1" dirty="0"/>
              <a:t>Cl⁻</a:t>
            </a:r>
            <a:r>
              <a:rPr lang="en-US" dirty="0"/>
              <a:t> high; intracellular free </a:t>
            </a:r>
            <a:r>
              <a:rPr lang="en-US" b="1" dirty="0"/>
              <a:t>Ca²⁺</a:t>
            </a:r>
            <a:r>
              <a:rPr lang="en-US" dirty="0"/>
              <a:t> extremely low (nanomolar to low micromolar).</a:t>
            </a:r>
          </a:p>
          <a:p>
            <a:r>
              <a:rPr lang="en-US" b="1" dirty="0"/>
              <a:t>Self‑learning prompt: </a:t>
            </a:r>
            <a:r>
              <a:rPr lang="en-US" dirty="0"/>
              <a:t>Summarize where Na⁺, K⁺, Cl⁻, and Ca²⁺ are most abundant (inside vs outside). Explain, in biological terms, why cells maintain these distributions (homeostasis, signaling readiness), without referring to voltage.</a:t>
            </a:r>
          </a:p>
          <a:p>
            <a:endParaRPr lang="en-US" sz="16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1E250D9-2053-D63C-D54F-8C6AE358FB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0419" y="781768"/>
            <a:ext cx="4735990" cy="25035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00458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A8688-9423-2AF9-2A39-B7F5DB700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A4B6703-BB87-CC93-C44D-A0EA8FBF70C6}"/>
              </a:ext>
            </a:extLst>
          </p:cNvPr>
          <p:cNvSpPr txBox="1"/>
          <p:nvPr/>
        </p:nvSpPr>
        <p:spPr>
          <a:xfrm>
            <a:off x="267037" y="256376"/>
            <a:ext cx="11450230" cy="670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A7. Concentration Gradients — Homeostatic Property of Cells</a:t>
            </a:r>
            <a:endParaRPr lang="en-US" dirty="0"/>
          </a:p>
          <a:p>
            <a:r>
              <a:rPr lang="en-US" dirty="0"/>
              <a:t>Cells invest energy (directly or indirectly) to maintain </a:t>
            </a:r>
            <a:r>
              <a:rPr lang="en-US" b="1" dirty="0"/>
              <a:t>stable concentration gradients</a:t>
            </a:r>
            <a:r>
              <a:rPr lang="en-US" dirty="0"/>
              <a:t> that support metabolism, osmotic balance, signaling capacity, and protein function.</a:t>
            </a:r>
          </a:p>
          <a:p>
            <a:r>
              <a:rPr lang="en-US" b="1" dirty="0"/>
              <a:t>Self‑learning prompt: </a:t>
            </a:r>
            <a:r>
              <a:rPr lang="en-US" dirty="0"/>
              <a:t>Explain how pumps and transporters maintain ion gradients. Include ATP dependence for primary active transport and gradient‑driven secondary transport, using two concrete examples.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A8. Ion Pumps &amp; Transporters — ATP‑Dependent Maintenance</a:t>
            </a:r>
            <a:br>
              <a:rPr lang="en-US" dirty="0"/>
            </a:br>
            <a:r>
              <a:rPr lang="en-US" dirty="0"/>
              <a:t>The </a:t>
            </a:r>
            <a:r>
              <a:rPr lang="en-US" b="1" dirty="0"/>
              <a:t>Na⁺/K⁺‑ATPase</a:t>
            </a:r>
            <a:r>
              <a:rPr lang="en-US" dirty="0"/>
              <a:t> exports </a:t>
            </a:r>
            <a:r>
              <a:rPr lang="en-US" b="1" dirty="0"/>
              <a:t>3 Na⁺</a:t>
            </a:r>
            <a:r>
              <a:rPr lang="en-US" dirty="0"/>
              <a:t> and imports </a:t>
            </a:r>
            <a:r>
              <a:rPr lang="en-US" b="1" dirty="0"/>
              <a:t>2 K⁺</a:t>
            </a:r>
            <a:r>
              <a:rPr lang="en-US" dirty="0"/>
              <a:t> per ATP, helping stabilize intracellular composition. Other transporters regulate </a:t>
            </a:r>
            <a:r>
              <a:rPr lang="en-US" b="1" dirty="0"/>
              <a:t>Ca²⁺</a:t>
            </a:r>
            <a:r>
              <a:rPr lang="en-US" dirty="0"/>
              <a:t> and </a:t>
            </a:r>
            <a:r>
              <a:rPr lang="en-US" b="1" dirty="0"/>
              <a:t>Cl⁻</a:t>
            </a:r>
            <a:r>
              <a:rPr lang="en-US" dirty="0"/>
              <a:t> to maintain cellular viability and signaling readiness.</a:t>
            </a:r>
          </a:p>
          <a:p>
            <a:r>
              <a:rPr lang="en-US" b="1" dirty="0"/>
              <a:t>Self‑learning prompt: </a:t>
            </a:r>
            <a:r>
              <a:rPr lang="en-US" dirty="0"/>
              <a:t>Describe the Na⁺/K⁺‑ATPase cycle in words. Then outline one Ca²⁺ handling mechanism (e.g., SERCA pump or NCX exchanger) and its biological purpose.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A9. Ion Channels — Open vs Closed Conformations (Structure and Gating Cues)</a:t>
            </a:r>
            <a:endParaRPr lang="en-US" dirty="0"/>
          </a:p>
          <a:p>
            <a:r>
              <a:rPr lang="en-US" dirty="0"/>
              <a:t>Channels switch between </a:t>
            </a:r>
            <a:r>
              <a:rPr lang="en-US" b="1" dirty="0"/>
              <a:t>closed</a:t>
            </a:r>
            <a:r>
              <a:rPr lang="en-US" dirty="0"/>
              <a:t> and </a:t>
            </a:r>
            <a:r>
              <a:rPr lang="en-US" b="1" dirty="0"/>
              <a:t>open</a:t>
            </a:r>
            <a:r>
              <a:rPr lang="en-US" dirty="0"/>
              <a:t> states via </a:t>
            </a:r>
            <a:r>
              <a:rPr lang="en-US" b="1" dirty="0"/>
              <a:t>protein conformational changes</a:t>
            </a:r>
            <a:r>
              <a:rPr lang="en-US" dirty="0"/>
              <a:t>. Triggers can include ligand binding, stretch, intracellular signals, or membrane voltage (we postpone electrical roles until later).</a:t>
            </a:r>
          </a:p>
          <a:p>
            <a:r>
              <a:rPr lang="en-US" b="1" dirty="0"/>
              <a:t>Self‑learning prompt: </a:t>
            </a:r>
            <a:r>
              <a:rPr lang="en-US" dirty="0"/>
              <a:t>Describe the concept of channel gating as protein conformational change. Give one example each of a ligand‑gated, mechanically gated, and voltage‑sensitive channel—biological roles only.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A10. Diffusion — Natural Molecular Motion</a:t>
            </a:r>
            <a:br>
              <a:rPr lang="en-US" dirty="0"/>
            </a:br>
            <a:r>
              <a:rPr lang="en-US" dirty="0"/>
              <a:t>Diffusion arises from random thermal motion. When a gradient exists, there is </a:t>
            </a:r>
            <a:r>
              <a:rPr lang="en-US" b="1" dirty="0"/>
              <a:t>net movement down the gradient</a:t>
            </a:r>
            <a:r>
              <a:rPr lang="en-US" dirty="0"/>
              <a:t> until balance is approached, modulated by permeability and barriers.</a:t>
            </a:r>
          </a:p>
          <a:p>
            <a:r>
              <a:rPr lang="en-US" b="1" dirty="0"/>
              <a:t>Self‑learning prompt: </a:t>
            </a:r>
            <a:r>
              <a:rPr lang="en-US" dirty="0"/>
              <a:t>In biological language, define diffusion and permeability. Explain how membrane composition and protein pores influence effective diffusion of ions or molecules.</a:t>
            </a:r>
          </a:p>
        </p:txBody>
      </p:sp>
    </p:spTree>
    <p:extLst>
      <p:ext uri="{BB962C8B-B14F-4D97-AF65-F5344CB8AC3E}">
        <p14:creationId xmlns:p14="http://schemas.microsoft.com/office/powerpoint/2010/main" val="3790124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10AE1-8409-A4D5-93CF-8A7CDE59C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7DC6B9D-836D-8F10-44A9-6C6C9022E382}"/>
                  </a:ext>
                </a:extLst>
              </p:cNvPr>
              <p:cNvSpPr txBox="1"/>
              <p:nvPr/>
            </p:nvSpPr>
            <p:spPr>
              <a:xfrm>
                <a:off x="267037" y="256376"/>
                <a:ext cx="11450230" cy="5533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A11. The Nernst Equation —Equilibrium Concept</a:t>
                </a:r>
                <a:br>
                  <a:rPr lang="en-US" dirty="0"/>
                </a:br>
                <a:r>
                  <a:rPr lang="en-US" dirty="0"/>
                  <a:t>When a membrane is </a:t>
                </a:r>
                <a:r>
                  <a:rPr lang="en-US" b="1" dirty="0"/>
                  <a:t>selectively permeable</a:t>
                </a:r>
                <a:r>
                  <a:rPr lang="en-US" dirty="0"/>
                  <a:t> to one ion, the </a:t>
                </a:r>
                <a:r>
                  <a:rPr lang="en-US" b="1" dirty="0"/>
                  <a:t>Nernst </a:t>
                </a:r>
              </a:p>
              <a:p>
                <a:r>
                  <a:rPr lang="en-US" b="1" dirty="0"/>
                  <a:t>equation</a:t>
                </a:r>
                <a:r>
                  <a:rPr lang="en-US" dirty="0"/>
                  <a:t> gives the </a:t>
                </a:r>
                <a:r>
                  <a:rPr lang="en-US" b="1" dirty="0"/>
                  <a:t>equilibrium potential</a:t>
                </a:r>
                <a:r>
                  <a:rPr lang="en-US" dirty="0"/>
                  <a:t> at which that ion’s chemical</a:t>
                </a:r>
              </a:p>
              <a:p>
                <a:r>
                  <a:rPr lang="en-US" dirty="0"/>
                  <a:t>gradient is balanced by electrical forces.</a:t>
                </a:r>
                <a:br>
                  <a:rPr lang="en-US" dirty="0"/>
                </a:br>
                <a:r>
                  <a:rPr lang="en-US" b="1" dirty="0"/>
                  <a:t>Equation (for monovalent cations, base‑10 form):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m:rPr>
                            <m:nor/>
                          </m:rPr>
                          <a:rPr lang="en-US"/>
                          <m:t>ion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𝑅𝑇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𝑧𝐹</m:t>
                        </m:r>
                      </m:den>
                    </m:f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⁡</m:t>
                    </m:r>
                    <m:r>
                      <m:rPr>
                        <m:nor/>
                      </m:rPr>
                      <a:rPr lang="en-US"/>
                      <m:t> ⁣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["/>
                                <m:endChr m:val="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nor/>
                                  </m:rPr>
                                  <a:rPr lang="en-US"/>
                                  <m:t>ion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]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en-US"/>
                                      <m:t>out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d>
                              <m:dPr>
                                <m:begChr m:val="["/>
                                <m:endChr m:val="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nor/>
                                  </m:rPr>
                                  <a:rPr lang="en-US"/>
                                  <m:t>ion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]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en-US"/>
                                      <m:t>in</m:t>
                                    </m:r>
                                  </m:sub>
                                </m:sSub>
                              </m:e>
                            </m:d>
                          </m:den>
                        </m:f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≈61.5</m:t>
                    </m:r>
                    <m:r>
                      <m:rPr>
                        <m:nor/>
                      </m:rPr>
                      <a:rPr lang="en-US"/>
                      <m:t> </m:t>
                    </m:r>
                    <m:r>
                      <m:rPr>
                        <m:nor/>
                      </m:rPr>
                      <a:rPr lang="en-US"/>
                      <m:t>mV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nor/>
                      </m:rPr>
                      <a:rPr lang="en-US"/>
                      <m:t> 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nor/>
                      </m:rPr>
                      <a:rPr lang="en-US"/>
                      <m:t> ⁣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["/>
                                <m:endChr m:val="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nor/>
                                  </m:rPr>
                                  <a:rPr lang="en-US"/>
                                  <m:t>ion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]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en-US"/>
                                      <m:t>out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d>
                              <m:dPr>
                                <m:begChr m:val="["/>
                                <m:endChr m:val="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nor/>
                                  </m:rPr>
                                  <a:rPr lang="en-US"/>
                                  <m:t>ion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]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en-US"/>
                                      <m:t>in</m:t>
                                    </m:r>
                                  </m:sub>
                                </m:sSub>
                              </m:e>
                            </m:d>
                          </m:den>
                        </m:f>
                      </m:e>
                    </m:d>
                  </m:oMath>
                </a14:m>
                <a:r>
                  <a:rPr lang="en-US" dirty="0"/>
                  <a:t>at 37 °C.</a:t>
                </a:r>
                <a:br>
                  <a:rPr lang="en-US" dirty="0"/>
                </a:br>
                <a:r>
                  <a:rPr lang="en-US" dirty="0"/>
                  <a:t>Here,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is the gas constant,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absolute temperature,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Faraday’s constant, </a:t>
                </a:r>
              </a:p>
              <a:p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the valence of the ion.</a:t>
                </a:r>
              </a:p>
              <a:p>
                <a:r>
                  <a:rPr lang="en-US" b="1" dirty="0"/>
                  <a:t>Self‑learning prompt: </a:t>
                </a:r>
                <a:r>
                  <a:rPr lang="en-US" dirty="0"/>
                  <a:t>Explain the Nernst equation in plain biological</a:t>
                </a:r>
              </a:p>
              <a:p>
                <a:r>
                  <a:rPr lang="en-US" dirty="0"/>
                  <a:t>language: what each symbol means, why temperature and valence matter, </a:t>
                </a:r>
              </a:p>
              <a:p>
                <a:r>
                  <a:rPr lang="en-US" dirty="0"/>
                  <a:t>and how changing inside/outside concentrations shifts the equilibrium </a:t>
                </a:r>
              </a:p>
              <a:p>
                <a:r>
                  <a:rPr lang="en-US" dirty="0"/>
                  <a:t>potential for K⁺ vs Na⁺. Provide a short example calculation.</a:t>
                </a:r>
              </a:p>
              <a:p>
                <a:endParaRPr lang="en-US" dirty="0"/>
              </a:p>
              <a:p>
                <a:r>
                  <a:rPr lang="en-US" b="1" dirty="0"/>
                  <a:t>A12. Biological Summary — ‘Opening Selective Pathways Has Consequences’</a:t>
                </a:r>
                <a:endParaRPr lang="en-US" dirty="0"/>
              </a:p>
              <a:p>
                <a:r>
                  <a:rPr lang="en-US" dirty="0"/>
                  <a:t>A neuron is a cell with </a:t>
                </a:r>
                <a:r>
                  <a:rPr lang="en-US" b="1" dirty="0"/>
                  <a:t>unequal ion distributions</a:t>
                </a:r>
                <a:r>
                  <a:rPr lang="en-US" dirty="0"/>
                  <a:t> and </a:t>
                </a:r>
                <a:r>
                  <a:rPr lang="en-US" b="1" dirty="0"/>
                  <a:t>selective membrane proteins</a:t>
                </a:r>
                <a:r>
                  <a:rPr lang="en-US" dirty="0"/>
                  <a:t>. When selective pathways open, predictable </a:t>
                </a:r>
                <a:r>
                  <a:rPr lang="en-US" b="1" dirty="0"/>
                  <a:t>equilibrium tendencies</a:t>
                </a:r>
                <a:r>
                  <a:rPr lang="en-US" dirty="0"/>
                  <a:t> (e.g., via Nernst) shape what happens next.</a:t>
                </a:r>
              </a:p>
              <a:p>
                <a:r>
                  <a:rPr lang="en-US" b="1" dirty="0"/>
                  <a:t>Self‑learning prompt: </a:t>
                </a:r>
                <a:r>
                  <a:rPr lang="en-US" dirty="0"/>
                  <a:t>Summarize how membrane structure, proteins, and ion gradients set up the stage for later electrical behaviors without using circuit analogies. End with two questions you’re curious about for Sets B and C.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7DC6B9D-836D-8F10-44A9-6C6C9022E3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037" y="256376"/>
                <a:ext cx="11450230" cy="5533887"/>
              </a:xfrm>
              <a:prstGeom prst="rect">
                <a:avLst/>
              </a:prstGeom>
              <a:blipFill>
                <a:blip r:embed="rId2"/>
                <a:stretch>
                  <a:fillRect l="-479" t="-441" b="-8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undefined">
            <a:extLst>
              <a:ext uri="{FF2B5EF4-FFF2-40B4-BE49-F238E27FC236}">
                <a16:creationId xmlns:a16="http://schemas.microsoft.com/office/drawing/2014/main" id="{49F9AB5A-D88F-A14A-009D-FDEDD41823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7170" y="89014"/>
            <a:ext cx="3250135" cy="37223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667014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1109</Words>
  <Application>Microsoft Office PowerPoint</Application>
  <PresentationFormat>Widescreen</PresentationFormat>
  <Paragraphs>56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Nair, Satish</dc:creator>
  <cp:lastModifiedBy>Nair, Satish</cp:lastModifiedBy>
  <cp:revision>1</cp:revision>
  <dcterms:created xsi:type="dcterms:W3CDTF">2026-03-09T03:33:19Z</dcterms:created>
  <dcterms:modified xsi:type="dcterms:W3CDTF">2026-03-09T05:24:58Z</dcterms:modified>
</cp:coreProperties>
</file>